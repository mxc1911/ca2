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6" autoAdjust="0"/>
    <p:restoredTop sz="94660"/>
  </p:normalViewPr>
  <p:slideViewPr>
    <p:cSldViewPr snapToGrid="0">
      <p:cViewPr>
        <p:scale>
          <a:sx n="35" d="100"/>
          <a:sy n="35" d="100"/>
        </p:scale>
        <p:origin x="62" y="6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joshb\Downloads\filtered_data_Statistics.csv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filtered_data_Statistics!$B$2:$B$3802</cx:f>
        <cx:lvl ptCount="3801" formatCode="General">
          <cx:pt idx="0">65</cx:pt>
          <cx:pt idx="1">59</cx:pt>
          <cx:pt idx="2">80</cx:pt>
          <cx:pt idx="3">74</cx:pt>
          <cx:pt idx="4">87</cx:pt>
          <cx:pt idx="5">93</cx:pt>
          <cx:pt idx="6">92</cx:pt>
          <cx:pt idx="7">97</cx:pt>
          <cx:pt idx="8">91</cx:pt>
          <cx:pt idx="9">93</cx:pt>
          <cx:pt idx="10">93</cx:pt>
          <cx:pt idx="11">93</cx:pt>
          <cx:pt idx="12">93</cx:pt>
          <cx:pt idx="13">92</cx:pt>
          <cx:pt idx="14">95</cx:pt>
          <cx:pt idx="15">94</cx:pt>
          <cx:pt idx="16">75</cx:pt>
          <cx:pt idx="17">90</cx:pt>
          <cx:pt idx="18">78</cx:pt>
          <cx:pt idx="19">74</cx:pt>
          <cx:pt idx="20">75</cx:pt>
          <cx:pt idx="21">71</cx:pt>
          <cx:pt idx="22">69</cx:pt>
          <cx:pt idx="23">79</cx:pt>
          <cx:pt idx="24">75</cx:pt>
          <cx:pt idx="25">56</cx:pt>
          <cx:pt idx="26">80</cx:pt>
          <cx:pt idx="27">61</cx:pt>
          <cx:pt idx="28">55</cx:pt>
          <cx:pt idx="29">61</cx:pt>
          <cx:pt idx="30">58</cx:pt>
          <cx:pt idx="31">62</cx:pt>
          <cx:pt idx="32">60</cx:pt>
          <cx:pt idx="33">60</cx:pt>
          <cx:pt idx="34">66</cx:pt>
          <cx:pt idx="35">59</cx:pt>
          <cx:pt idx="36">60</cx:pt>
          <cx:pt idx="37">58</cx:pt>
          <cx:pt idx="38">60</cx:pt>
          <cx:pt idx="39">62</cx:pt>
          <cx:pt idx="40">55</cx:pt>
          <cx:pt idx="41">64</cx:pt>
          <cx:pt idx="42">91</cx:pt>
          <cx:pt idx="43">84</cx:pt>
          <cx:pt idx="44">92</cx:pt>
          <cx:pt idx="45">82</cx:pt>
          <cx:pt idx="46">81</cx:pt>
          <cx:pt idx="47">57</cx:pt>
          <cx:pt idx="48">50</cx:pt>
          <cx:pt idx="49">52</cx:pt>
          <cx:pt idx="50">54</cx:pt>
          <cx:pt idx="51">53</cx:pt>
          <cx:pt idx="52">85</cx:pt>
          <cx:pt idx="53">84</cx:pt>
          <cx:pt idx="54">87</cx:pt>
          <cx:pt idx="55">50</cx:pt>
          <cx:pt idx="56">51</cx:pt>
          <cx:pt idx="57">88</cx:pt>
          <cx:pt idx="58">50</cx:pt>
          <cx:pt idx="59">85</cx:pt>
          <cx:pt idx="60">83</cx:pt>
          <cx:pt idx="61">88</cx:pt>
          <cx:pt idx="62">51</cx:pt>
          <cx:pt idx="63">51</cx:pt>
          <cx:pt idx="64">71</cx:pt>
          <cx:pt idx="65">88</cx:pt>
          <cx:pt idx="66">78</cx:pt>
          <cx:pt idx="67">78</cx:pt>
          <cx:pt idx="68">71</cx:pt>
          <cx:pt idx="69">76</cx:pt>
          <cx:pt idx="70">68</cx:pt>
          <cx:pt idx="71">89</cx:pt>
          <cx:pt idx="72">91</cx:pt>
          <cx:pt idx="73">73</cx:pt>
          <cx:pt idx="74">65</cx:pt>
          <cx:pt idx="75">78</cx:pt>
          <cx:pt idx="76">69</cx:pt>
          <cx:pt idx="77">80</cx:pt>
          <cx:pt idx="78">73</cx:pt>
          <cx:pt idx="79">90</cx:pt>
          <cx:pt idx="80">87</cx:pt>
          <cx:pt idx="81">59</cx:pt>
          <cx:pt idx="82">57</cx:pt>
          <cx:pt idx="83">61</cx:pt>
          <cx:pt idx="84">75</cx:pt>
          <cx:pt idx="85">63</cx:pt>
          <cx:pt idx="86">71</cx:pt>
          <cx:pt idx="87">67</cx:pt>
          <cx:pt idx="88">65</cx:pt>
          <cx:pt idx="89">66</cx:pt>
          <cx:pt idx="90">58</cx:pt>
          <cx:pt idx="91">70</cx:pt>
          <cx:pt idx="92">65</cx:pt>
          <cx:pt idx="93">74</cx:pt>
          <cx:pt idx="94">71</cx:pt>
          <cx:pt idx="95">86</cx:pt>
          <cx:pt idx="96">59</cx:pt>
          <cx:pt idx="97">61</cx:pt>
          <cx:pt idx="98">91</cx:pt>
          <cx:pt idx="99">72</cx:pt>
          <cx:pt idx="100">65</cx:pt>
          <cx:pt idx="101">78</cx:pt>
          <cx:pt idx="102">63</cx:pt>
          <cx:pt idx="103">94</cx:pt>
          <cx:pt idx="104">84</cx:pt>
          <cx:pt idx="105">91</cx:pt>
          <cx:pt idx="106">86</cx:pt>
          <cx:pt idx="107">92</cx:pt>
          <cx:pt idx="108">52</cx:pt>
          <cx:pt idx="109">99</cx:pt>
          <cx:pt idx="110">93</cx:pt>
          <cx:pt idx="111">93</cx:pt>
          <cx:pt idx="112">70</cx:pt>
          <cx:pt idx="113">70</cx:pt>
          <cx:pt idx="114">68</cx:pt>
          <cx:pt idx="115">64</cx:pt>
          <cx:pt idx="116">82</cx:pt>
          <cx:pt idx="117">80</cx:pt>
          <cx:pt idx="118">67</cx:pt>
          <cx:pt idx="119">68</cx:pt>
          <cx:pt idx="120">66</cx:pt>
          <cx:pt idx="121">88</cx:pt>
          <cx:pt idx="122">54</cx:pt>
          <cx:pt idx="123">86</cx:pt>
          <cx:pt idx="124">81</cx:pt>
          <cx:pt idx="125">63</cx:pt>
          <cx:pt idx="126">87</cx:pt>
          <cx:pt idx="127">87</cx:pt>
          <cx:pt idx="128">86</cx:pt>
          <cx:pt idx="129">52</cx:pt>
          <cx:pt idx="130">50</cx:pt>
          <cx:pt idx="131">63</cx:pt>
          <cx:pt idx="132">73</cx:pt>
          <cx:pt idx="133">72</cx:pt>
          <cx:pt idx="134">53</cx:pt>
          <cx:pt idx="135">79</cx:pt>
          <cx:pt idx="136">74</cx:pt>
          <cx:pt idx="137">75</cx:pt>
          <cx:pt idx="138">61</cx:pt>
          <cx:pt idx="139">68</cx:pt>
          <cx:pt idx="140">86</cx:pt>
          <cx:pt idx="141">77</cx:pt>
          <cx:pt idx="142">63</cx:pt>
          <cx:pt idx="143">65</cx:pt>
          <cx:pt idx="144">74</cx:pt>
          <cx:pt idx="145">71</cx:pt>
          <cx:pt idx="146">66</cx:pt>
          <cx:pt idx="147">68</cx:pt>
          <cx:pt idx="148">62</cx:pt>
          <cx:pt idx="149">87</cx:pt>
          <cx:pt idx="150">72</cx:pt>
          <cx:pt idx="151">79</cx:pt>
          <cx:pt idx="152">73</cx:pt>
          <cx:pt idx="153">70</cx:pt>
          <cx:pt idx="154">81</cx:pt>
          <cx:pt idx="155">65</cx:pt>
          <cx:pt idx="156">64</cx:pt>
          <cx:pt idx="157">68</cx:pt>
          <cx:pt idx="158">64</cx:pt>
          <cx:pt idx="159">63</cx:pt>
          <cx:pt idx="160">65</cx:pt>
          <cx:pt idx="161">68</cx:pt>
          <cx:pt idx="162">64</cx:pt>
          <cx:pt idx="163">65</cx:pt>
          <cx:pt idx="164">65</cx:pt>
          <cx:pt idx="165">68</cx:pt>
          <cx:pt idx="166">67</cx:pt>
          <cx:pt idx="167">68</cx:pt>
          <cx:pt idx="168">65</cx:pt>
          <cx:pt idx="169">76</cx:pt>
          <cx:pt idx="170">69</cx:pt>
          <cx:pt idx="171">67</cx:pt>
          <cx:pt idx="172">85</cx:pt>
          <cx:pt idx="173">66</cx:pt>
          <cx:pt idx="174">66</cx:pt>
          <cx:pt idx="175">76</cx:pt>
          <cx:pt idx="176">61</cx:pt>
          <cx:pt idx="177">68</cx:pt>
          <cx:pt idx="178">66</cx:pt>
          <cx:pt idx="179">73</cx:pt>
          <cx:pt idx="180">86</cx:pt>
          <cx:pt idx="181">82</cx:pt>
          <cx:pt idx="182">85</cx:pt>
          <cx:pt idx="183">71</cx:pt>
          <cx:pt idx="184">62</cx:pt>
          <cx:pt idx="185">67</cx:pt>
          <cx:pt idx="186">75</cx:pt>
          <cx:pt idx="187">90</cx:pt>
          <cx:pt idx="188">70</cx:pt>
          <cx:pt idx="189">63</cx:pt>
          <cx:pt idx="190">66</cx:pt>
          <cx:pt idx="191">66</cx:pt>
          <cx:pt idx="192">82</cx:pt>
          <cx:pt idx="193">64</cx:pt>
          <cx:pt idx="194">66</cx:pt>
          <cx:pt idx="195">62</cx:pt>
          <cx:pt idx="196">67</cx:pt>
          <cx:pt idx="197">62</cx:pt>
          <cx:pt idx="198">70</cx:pt>
          <cx:pt idx="199">84</cx:pt>
          <cx:pt idx="200">71</cx:pt>
          <cx:pt idx="201">73</cx:pt>
          <cx:pt idx="202">64</cx:pt>
          <cx:pt idx="203">63</cx:pt>
          <cx:pt idx="204">80</cx:pt>
          <cx:pt idx="205">54</cx:pt>
          <cx:pt idx="206">56</cx:pt>
          <cx:pt idx="207">91</cx:pt>
          <cx:pt idx="208">88</cx:pt>
          <cx:pt idx="209">90</cx:pt>
          <cx:pt idx="210">89</cx:pt>
          <cx:pt idx="211">78</cx:pt>
          <cx:pt idx="212">83</cx:pt>
          <cx:pt idx="213">79</cx:pt>
          <cx:pt idx="214">68</cx:pt>
          <cx:pt idx="215">67</cx:pt>
          <cx:pt idx="216">68</cx:pt>
          <cx:pt idx="217">75</cx:pt>
          <cx:pt idx="218">83</cx:pt>
          <cx:pt idx="219">74</cx:pt>
          <cx:pt idx="220">80</cx:pt>
          <cx:pt idx="221">84</cx:pt>
          <cx:pt idx="222">58</cx:pt>
          <cx:pt idx="223">74</cx:pt>
          <cx:pt idx="224">60</cx:pt>
          <cx:pt idx="225">75</cx:pt>
          <cx:pt idx="226">76</cx:pt>
          <cx:pt idx="227">85</cx:pt>
          <cx:pt idx="228">66</cx:pt>
          <cx:pt idx="229">65</cx:pt>
          <cx:pt idx="230">89</cx:pt>
          <cx:pt idx="231">80</cx:pt>
          <cx:pt idx="232">78</cx:pt>
          <cx:pt idx="233">80</cx:pt>
          <cx:pt idx="234">63</cx:pt>
          <cx:pt idx="235">62</cx:pt>
          <cx:pt idx="236">65</cx:pt>
          <cx:pt idx="237">59</cx:pt>
          <cx:pt idx="238">91</cx:pt>
          <cx:pt idx="239">74</cx:pt>
          <cx:pt idx="240">56</cx:pt>
          <cx:pt idx="241">62</cx:pt>
          <cx:pt idx="242">63</cx:pt>
          <cx:pt idx="243">67</cx:pt>
          <cx:pt idx="244">60</cx:pt>
          <cx:pt idx="245">55</cx:pt>
          <cx:pt idx="246">63</cx:pt>
          <cx:pt idx="247">65</cx:pt>
          <cx:pt idx="248">60</cx:pt>
          <cx:pt idx="249">67</cx:pt>
          <cx:pt idx="250">69</cx:pt>
          <cx:pt idx="251">73</cx:pt>
          <cx:pt idx="252">77</cx:pt>
          <cx:pt idx="253">68</cx:pt>
          <cx:pt idx="254">85</cx:pt>
          <cx:pt idx="255">77</cx:pt>
          <cx:pt idx="256">83</cx:pt>
          <cx:pt idx="257">82</cx:pt>
          <cx:pt idx="258">83</cx:pt>
          <cx:pt idx="259">72</cx:pt>
          <cx:pt idx="260">70</cx:pt>
          <cx:pt idx="261">81</cx:pt>
          <cx:pt idx="262">58</cx:pt>
          <cx:pt idx="263">59</cx:pt>
          <cx:pt idx="264">59</cx:pt>
          <cx:pt idx="265">76</cx:pt>
          <cx:pt idx="266">56</cx:pt>
          <cx:pt idx="267">61</cx:pt>
          <cx:pt idx="268">82</cx:pt>
          <cx:pt idx="269">66</cx:pt>
          <cx:pt idx="270">63</cx:pt>
          <cx:pt idx="271">66</cx:pt>
          <cx:pt idx="272">70</cx:pt>
          <cx:pt idx="273">54</cx:pt>
          <cx:pt idx="274">70</cx:pt>
          <cx:pt idx="275">57</cx:pt>
          <cx:pt idx="276">62</cx:pt>
          <cx:pt idx="277">56</cx:pt>
          <cx:pt idx="278">65</cx:pt>
          <cx:pt idx="279">57</cx:pt>
          <cx:pt idx="280">74</cx:pt>
          <cx:pt idx="281">67</cx:pt>
          <cx:pt idx="282">89</cx:pt>
          <cx:pt idx="283">70</cx:pt>
          <cx:pt idx="284">86</cx:pt>
          <cx:pt idx="285">71</cx:pt>
          <cx:pt idx="286">71</cx:pt>
          <cx:pt idx="287">61</cx:pt>
          <cx:pt idx="288">65</cx:pt>
          <cx:pt idx="289">62</cx:pt>
          <cx:pt idx="290">57</cx:pt>
          <cx:pt idx="291">51</cx:pt>
          <cx:pt idx="292">58</cx:pt>
          <cx:pt idx="293">50</cx:pt>
          <cx:pt idx="294">72</cx:pt>
          <cx:pt idx="295">61</cx:pt>
          <cx:pt idx="296">57</cx:pt>
          <cx:pt idx="297">86</cx:pt>
          <cx:pt idx="298">75</cx:pt>
          <cx:pt idx="299">83</cx:pt>
          <cx:pt idx="300">70</cx:pt>
          <cx:pt idx="301">78</cx:pt>
          <cx:pt idx="302">81</cx:pt>
          <cx:pt idx="303">65</cx:pt>
          <cx:pt idx="304">70</cx:pt>
          <cx:pt idx="305">75</cx:pt>
          <cx:pt idx="306">67</cx:pt>
          <cx:pt idx="307">74</cx:pt>
          <cx:pt idx="308">68</cx:pt>
          <cx:pt idx="309">79</cx:pt>
          <cx:pt idx="310">76</cx:pt>
          <cx:pt idx="311">75</cx:pt>
          <cx:pt idx="312">76</cx:pt>
          <cx:pt idx="313">75</cx:pt>
          <cx:pt idx="314">63</cx:pt>
          <cx:pt idx="315">62</cx:pt>
          <cx:pt idx="316">62</cx:pt>
          <cx:pt idx="317">59</cx:pt>
          <cx:pt idx="318">89</cx:pt>
          <cx:pt idx="319">87</cx:pt>
          <cx:pt idx="320">77</cx:pt>
          <cx:pt idx="321">76</cx:pt>
          <cx:pt idx="322">81</cx:pt>
          <cx:pt idx="323">94</cx:pt>
          <cx:pt idx="324">76</cx:pt>
          <cx:pt idx="325">80</cx:pt>
          <cx:pt idx="326">86</cx:pt>
          <cx:pt idx="327">92</cx:pt>
          <cx:pt idx="328">79</cx:pt>
          <cx:pt idx="329">81</cx:pt>
          <cx:pt idx="330">80</cx:pt>
          <cx:pt idx="331">58</cx:pt>
          <cx:pt idx="332">74</cx:pt>
          <cx:pt idx="333">79</cx:pt>
          <cx:pt idx="334">73</cx:pt>
          <cx:pt idx="335">70</cx:pt>
          <cx:pt idx="336">66</cx:pt>
          <cx:pt idx="337">75</cx:pt>
          <cx:pt idx="338">71</cx:pt>
          <cx:pt idx="339">69</cx:pt>
          <cx:pt idx="340">65</cx:pt>
          <cx:pt idx="341">70</cx:pt>
          <cx:pt idx="342">74</cx:pt>
          <cx:pt idx="343">72</cx:pt>
          <cx:pt idx="344">71</cx:pt>
          <cx:pt idx="345">66</cx:pt>
          <cx:pt idx="346">70</cx:pt>
          <cx:pt idx="347">67</cx:pt>
          <cx:pt idx="348">72</cx:pt>
          <cx:pt idx="349">65</cx:pt>
          <cx:pt idx="350">67</cx:pt>
          <cx:pt idx="351">69</cx:pt>
          <cx:pt idx="352">71</cx:pt>
          <cx:pt idx="353">69</cx:pt>
          <cx:pt idx="354">66</cx:pt>
          <cx:pt idx="355">74</cx:pt>
          <cx:pt idx="356">71</cx:pt>
          <cx:pt idx="357">70</cx:pt>
          <cx:pt idx="358">74</cx:pt>
          <cx:pt idx="359">71</cx:pt>
          <cx:pt idx="360">70</cx:pt>
          <cx:pt idx="361">66</cx:pt>
          <cx:pt idx="362">71</cx:pt>
          <cx:pt idx="363">69</cx:pt>
          <cx:pt idx="364">72</cx:pt>
          <cx:pt idx="365">69</cx:pt>
          <cx:pt idx="366">57</cx:pt>
          <cx:pt idx="367">73</cx:pt>
          <cx:pt idx="368">81</cx:pt>
          <cx:pt idx="369">73</cx:pt>
          <cx:pt idx="370">80</cx:pt>
          <cx:pt idx="371">57</cx:pt>
          <cx:pt idx="372">68</cx:pt>
          <cx:pt idx="373">65</cx:pt>
          <cx:pt idx="374">71</cx:pt>
          <cx:pt idx="375">67</cx:pt>
          <cx:pt idx="376">55</cx:pt>
          <cx:pt idx="377">62</cx:pt>
          <cx:pt idx="378">83</cx:pt>
          <cx:pt idx="379">54</cx:pt>
          <cx:pt idx="380">88</cx:pt>
          <cx:pt idx="381">62</cx:pt>
          <cx:pt idx="382">53</cx:pt>
          <cx:pt idx="383">82</cx:pt>
          <cx:pt idx="384">59</cx:pt>
          <cx:pt idx="385">60</cx:pt>
          <cx:pt idx="386">58</cx:pt>
          <cx:pt idx="387">61</cx:pt>
          <cx:pt idx="388">54</cx:pt>
          <cx:pt idx="389">74</cx:pt>
          <cx:pt idx="390">64</cx:pt>
          <cx:pt idx="391">62</cx:pt>
          <cx:pt idx="392">61</cx:pt>
          <cx:pt idx="393">53</cx:pt>
          <cx:pt idx="394">56</cx:pt>
          <cx:pt idx="395">68</cx:pt>
          <cx:pt idx="396">61</cx:pt>
          <cx:pt idx="397">57</cx:pt>
          <cx:pt idx="398">69</cx:pt>
          <cx:pt idx="399">53</cx:pt>
          <cx:pt idx="400">57</cx:pt>
          <cx:pt idx="401">73</cx:pt>
          <cx:pt idx="402">71</cx:pt>
          <cx:pt idx="403">55</cx:pt>
          <cx:pt idx="404">62</cx:pt>
          <cx:pt idx="405">61</cx:pt>
          <cx:pt idx="406">61</cx:pt>
          <cx:pt idx="407">72</cx:pt>
          <cx:pt idx="408">59</cx:pt>
          <cx:pt idx="409">60</cx:pt>
          <cx:pt idx="410">80</cx:pt>
          <cx:pt idx="411">60</cx:pt>
          <cx:pt idx="412">67</cx:pt>
          <cx:pt idx="413">56</cx:pt>
          <cx:pt idx="414">68</cx:pt>
          <cx:pt idx="415">65</cx:pt>
          <cx:pt idx="416">61</cx:pt>
          <cx:pt idx="417">65</cx:pt>
          <cx:pt idx="418">71</cx:pt>
          <cx:pt idx="419">70</cx:pt>
          <cx:pt idx="420">73</cx:pt>
          <cx:pt idx="421">59</cx:pt>
          <cx:pt idx="422">71</cx:pt>
          <cx:pt idx="423">68</cx:pt>
          <cx:pt idx="424">77</cx:pt>
          <cx:pt idx="425">72</cx:pt>
          <cx:pt idx="426">82</cx:pt>
          <cx:pt idx="427">79</cx:pt>
          <cx:pt idx="428">66</cx:pt>
          <cx:pt idx="429">79</cx:pt>
          <cx:pt idx="430">73</cx:pt>
          <cx:pt idx="431">62</cx:pt>
          <cx:pt idx="432">50</cx:pt>
          <cx:pt idx="433">60</cx:pt>
          <cx:pt idx="434">62</cx:pt>
          <cx:pt idx="435">75</cx:pt>
          <cx:pt idx="436">76</cx:pt>
          <cx:pt idx="437">65</cx:pt>
          <cx:pt idx="438">78</cx:pt>
          <cx:pt idx="439">83</cx:pt>
          <cx:pt idx="440">63</cx:pt>
          <cx:pt idx="441">83</cx:pt>
          <cx:pt idx="442">83</cx:pt>
          <cx:pt idx="443">68</cx:pt>
          <cx:pt idx="444">84</cx:pt>
          <cx:pt idx="445">73</cx:pt>
          <cx:pt idx="446">74</cx:pt>
          <cx:pt idx="447">65</cx:pt>
          <cx:pt idx="448">51</cx:pt>
          <cx:pt idx="449">60</cx:pt>
          <cx:pt idx="450">64</cx:pt>
          <cx:pt idx="451">77</cx:pt>
          <cx:pt idx="452">50</cx:pt>
          <cx:pt idx="453">51</cx:pt>
          <cx:pt idx="454">63</cx:pt>
          <cx:pt idx="455">86</cx:pt>
          <cx:pt idx="456">65</cx:pt>
          <cx:pt idx="457">51</cx:pt>
          <cx:pt idx="458">83</cx:pt>
          <cx:pt idx="459">82</cx:pt>
          <cx:pt idx="460">68</cx:pt>
          <cx:pt idx="461">75</cx:pt>
          <cx:pt idx="462">69</cx:pt>
          <cx:pt idx="463">73</cx:pt>
          <cx:pt idx="464">73</cx:pt>
          <cx:pt idx="465">69</cx:pt>
          <cx:pt idx="466">68</cx:pt>
          <cx:pt idx="467">72</cx:pt>
          <cx:pt idx="468">72</cx:pt>
          <cx:pt idx="469">70</cx:pt>
          <cx:pt idx="470">67</cx:pt>
          <cx:pt idx="471">66</cx:pt>
          <cx:pt idx="472">69</cx:pt>
          <cx:pt idx="473">71</cx:pt>
          <cx:pt idx="474">74</cx:pt>
          <cx:pt idx="475">70</cx:pt>
          <cx:pt idx="476">70</cx:pt>
          <cx:pt idx="477">71</cx:pt>
          <cx:pt idx="478">67</cx:pt>
          <cx:pt idx="479">68</cx:pt>
          <cx:pt idx="480">66</cx:pt>
          <cx:pt idx="481">72</cx:pt>
          <cx:pt idx="482">69</cx:pt>
          <cx:pt idx="483">71</cx:pt>
          <cx:pt idx="484">80</cx:pt>
          <cx:pt idx="485">72</cx:pt>
          <cx:pt idx="486">71</cx:pt>
          <cx:pt idx="487">79</cx:pt>
          <cx:pt idx="488">60</cx:pt>
          <cx:pt idx="489">82</cx:pt>
          <cx:pt idx="490">70</cx:pt>
          <cx:pt idx="491">78</cx:pt>
          <cx:pt idx="492">72</cx:pt>
          <cx:pt idx="493">75</cx:pt>
          <cx:pt idx="494">68</cx:pt>
          <cx:pt idx="495">78</cx:pt>
          <cx:pt idx="496">68</cx:pt>
          <cx:pt idx="497">75</cx:pt>
          <cx:pt idx="498">62</cx:pt>
          <cx:pt idx="499">80</cx:pt>
          <cx:pt idx="500">68</cx:pt>
          <cx:pt idx="501">84</cx:pt>
          <cx:pt idx="502">79</cx:pt>
          <cx:pt idx="503">69</cx:pt>
          <cx:pt idx="504">72</cx:pt>
          <cx:pt idx="505">62</cx:pt>
          <cx:pt idx="506">76</cx:pt>
          <cx:pt idx="507">64</cx:pt>
          <cx:pt idx="508">65</cx:pt>
          <cx:pt idx="509">76</cx:pt>
          <cx:pt idx="510">83</cx:pt>
          <cx:pt idx="511">76</cx:pt>
          <cx:pt idx="512">77</cx:pt>
          <cx:pt idx="513">54</cx:pt>
          <cx:pt idx="514">86</cx:pt>
          <cx:pt idx="515">72</cx:pt>
          <cx:pt idx="516">89</cx:pt>
          <cx:pt idx="517">86</cx:pt>
          <cx:pt idx="518">73</cx:pt>
          <cx:pt idx="519">76</cx:pt>
          <cx:pt idx="520">69</cx:pt>
          <cx:pt idx="521">70</cx:pt>
          <cx:pt idx="522">73</cx:pt>
          <cx:pt idx="523">78</cx:pt>
          <cx:pt idx="524">86</cx:pt>
          <cx:pt idx="525">75</cx:pt>
          <cx:pt idx="526">77</cx:pt>
          <cx:pt idx="527">71</cx:pt>
          <cx:pt idx="528">75</cx:pt>
          <cx:pt idx="529">84</cx:pt>
          <cx:pt idx="530">81</cx:pt>
          <cx:pt idx="531">63</cx:pt>
          <cx:pt idx="532">52</cx:pt>
          <cx:pt idx="533">52</cx:pt>
          <cx:pt idx="534">85</cx:pt>
          <cx:pt idx="535">84</cx:pt>
          <cx:pt idx="536">51</cx:pt>
          <cx:pt idx="537">54</cx:pt>
          <cx:pt idx="538">65</cx:pt>
          <cx:pt idx="539">59</cx:pt>
          <cx:pt idx="540">57</cx:pt>
          <cx:pt idx="541">50</cx:pt>
          <cx:pt idx="542">52</cx:pt>
          <cx:pt idx="543">57</cx:pt>
          <cx:pt idx="544">68</cx:pt>
          <cx:pt idx="545">50</cx:pt>
          <cx:pt idx="546">70</cx:pt>
          <cx:pt idx="547">79</cx:pt>
          <cx:pt idx="548">55</cx:pt>
          <cx:pt idx="549">59</cx:pt>
          <cx:pt idx="550">51</cx:pt>
          <cx:pt idx="551">51</cx:pt>
          <cx:pt idx="552">58</cx:pt>
          <cx:pt idx="553">65</cx:pt>
          <cx:pt idx="554">83</cx:pt>
          <cx:pt idx="555">79</cx:pt>
          <cx:pt idx="556">56</cx:pt>
          <cx:pt idx="557">76</cx:pt>
          <cx:pt idx="558">61</cx:pt>
          <cx:pt idx="559">73</cx:pt>
          <cx:pt idx="560">56</cx:pt>
          <cx:pt idx="561">54</cx:pt>
          <cx:pt idx="562">66</cx:pt>
          <cx:pt idx="563">57</cx:pt>
          <cx:pt idx="564">75</cx:pt>
          <cx:pt idx="565">78</cx:pt>
          <cx:pt idx="566">75</cx:pt>
          <cx:pt idx="567">72</cx:pt>
          <cx:pt idx="568">66</cx:pt>
          <cx:pt idx="569">72</cx:pt>
          <cx:pt idx="570">71</cx:pt>
          <cx:pt idx="571">65</cx:pt>
          <cx:pt idx="572">51</cx:pt>
          <cx:pt idx="573">70</cx:pt>
          <cx:pt idx="574">79</cx:pt>
          <cx:pt idx="575">53</cx:pt>
          <cx:pt idx="576">63</cx:pt>
          <cx:pt idx="577">67</cx:pt>
          <cx:pt idx="578">77</cx:pt>
          <cx:pt idx="579">80</cx:pt>
          <cx:pt idx="580">67</cx:pt>
          <cx:pt idx="581">82</cx:pt>
          <cx:pt idx="582">58</cx:pt>
          <cx:pt idx="583">78</cx:pt>
          <cx:pt idx="584">81</cx:pt>
          <cx:pt idx="585">74</cx:pt>
          <cx:pt idx="586">80</cx:pt>
          <cx:pt idx="587">79</cx:pt>
          <cx:pt idx="588">80</cx:pt>
          <cx:pt idx="589">77</cx:pt>
          <cx:pt idx="590">62</cx:pt>
          <cx:pt idx="591">57</cx:pt>
          <cx:pt idx="592">82</cx:pt>
          <cx:pt idx="593">63</cx:pt>
          <cx:pt idx="594">67</cx:pt>
          <cx:pt idx="595">70</cx:pt>
          <cx:pt idx="596">55</cx:pt>
          <cx:pt idx="597">74</cx:pt>
          <cx:pt idx="598">68</cx:pt>
          <cx:pt idx="599">53</cx:pt>
          <cx:pt idx="600">51</cx:pt>
          <cx:pt idx="601">71</cx:pt>
          <cx:pt idx="602">62</cx:pt>
          <cx:pt idx="603">58</cx:pt>
          <cx:pt idx="604">70</cx:pt>
          <cx:pt idx="605">77</cx:pt>
          <cx:pt idx="606">83</cx:pt>
          <cx:pt idx="607">68</cx:pt>
          <cx:pt idx="608">85</cx:pt>
          <cx:pt idx="609">67</cx:pt>
          <cx:pt idx="610">81</cx:pt>
          <cx:pt idx="611">81</cx:pt>
          <cx:pt idx="612">72</cx:pt>
          <cx:pt idx="613">79</cx:pt>
          <cx:pt idx="614">83</cx:pt>
          <cx:pt idx="615">82</cx:pt>
          <cx:pt idx="616">69</cx:pt>
          <cx:pt idx="617">56</cx:pt>
          <cx:pt idx="618">75</cx:pt>
          <cx:pt idx="619">78</cx:pt>
          <cx:pt idx="620">69</cx:pt>
          <cx:pt idx="621">77</cx:pt>
          <cx:pt idx="622">63</cx:pt>
          <cx:pt idx="623">78</cx:pt>
          <cx:pt idx="624">58</cx:pt>
          <cx:pt idx="625">60</cx:pt>
          <cx:pt idx="626">59</cx:pt>
          <cx:pt idx="627">65</cx:pt>
          <cx:pt idx="628">59</cx:pt>
          <cx:pt idx="629">60</cx:pt>
          <cx:pt idx="630">60</cx:pt>
          <cx:pt idx="631">59</cx:pt>
          <cx:pt idx="632">73</cx:pt>
          <cx:pt idx="633">75</cx:pt>
          <cx:pt idx="634">69</cx:pt>
          <cx:pt idx="635">73</cx:pt>
          <cx:pt idx="636">68</cx:pt>
          <cx:pt idx="637">67</cx:pt>
          <cx:pt idx="638">75</cx:pt>
          <cx:pt idx="639">72</cx:pt>
          <cx:pt idx="640">79</cx:pt>
          <cx:pt idx="641">64</cx:pt>
          <cx:pt idx="642">79</cx:pt>
          <cx:pt idx="643">86</cx:pt>
          <cx:pt idx="644">84</cx:pt>
          <cx:pt idx="645">52</cx:pt>
          <cx:pt idx="646">59</cx:pt>
          <cx:pt idx="647">50</cx:pt>
          <cx:pt idx="648">53</cx:pt>
          <cx:pt idx="649">62</cx:pt>
          <cx:pt idx="650">67</cx:pt>
          <cx:pt idx="651">79</cx:pt>
          <cx:pt idx="652">55</cx:pt>
          <cx:pt idx="653">50</cx:pt>
          <cx:pt idx="654">59</cx:pt>
          <cx:pt idx="655">58</cx:pt>
          <cx:pt idx="656">89</cx:pt>
          <cx:pt idx="657">72</cx:pt>
          <cx:pt idx="658">72</cx:pt>
          <cx:pt idx="659">78</cx:pt>
          <cx:pt idx="660">66</cx:pt>
          <cx:pt idx="661">65</cx:pt>
          <cx:pt idx="662">60</cx:pt>
          <cx:pt idx="663">60</cx:pt>
          <cx:pt idx="664">62</cx:pt>
          <cx:pt idx="665">60</cx:pt>
          <cx:pt idx="666">64</cx:pt>
          <cx:pt idx="667">67</cx:pt>
          <cx:pt idx="668">58</cx:pt>
          <cx:pt idx="669">65</cx:pt>
          <cx:pt idx="670">66</cx:pt>
          <cx:pt idx="671">60</cx:pt>
          <cx:pt idx="672">64</cx:pt>
          <cx:pt idx="673">73</cx:pt>
          <cx:pt idx="674">64</cx:pt>
          <cx:pt idx="675">60</cx:pt>
          <cx:pt idx="676">70</cx:pt>
          <cx:pt idx="677">62</cx:pt>
          <cx:pt idx="678">75</cx:pt>
          <cx:pt idx="679">82</cx:pt>
          <cx:pt idx="680">82</cx:pt>
          <cx:pt idx="681">83</cx:pt>
          <cx:pt idx="682">64</cx:pt>
          <cx:pt idx="683">83</cx:pt>
          <cx:pt idx="684">78</cx:pt>
          <cx:pt idx="685">71</cx:pt>
          <cx:pt idx="686">68</cx:pt>
          <cx:pt idx="687">81</cx:pt>
          <cx:pt idx="688">80</cx:pt>
          <cx:pt idx="689">70</cx:pt>
          <cx:pt idx="690">71</cx:pt>
          <cx:pt idx="691">51</cx:pt>
          <cx:pt idx="692">75</cx:pt>
          <cx:pt idx="693">52</cx:pt>
          <cx:pt idx="694">71</cx:pt>
          <cx:pt idx="695">65</cx:pt>
          <cx:pt idx="696">68</cx:pt>
          <cx:pt idx="697">75</cx:pt>
          <cx:pt idx="698">87</cx:pt>
          <cx:pt idx="699">62</cx:pt>
          <cx:pt idx="700">71</cx:pt>
          <cx:pt idx="701">68</cx:pt>
          <cx:pt idx="702">77</cx:pt>
          <cx:pt idx="703">69</cx:pt>
          <cx:pt idx="704">66</cx:pt>
          <cx:pt idx="705">65</cx:pt>
          <cx:pt idx="706">68</cx:pt>
          <cx:pt idx="707">72</cx:pt>
          <cx:pt idx="708">55</cx:pt>
          <cx:pt idx="709">72</cx:pt>
          <cx:pt idx="710">74</cx:pt>
          <cx:pt idx="711">82</cx:pt>
          <cx:pt idx="712">83</cx:pt>
          <cx:pt idx="713">52</cx:pt>
          <cx:pt idx="714">78</cx:pt>
          <cx:pt idx="715">82</cx:pt>
          <cx:pt idx="716">80</cx:pt>
          <cx:pt idx="717">75</cx:pt>
          <cx:pt idx="718">78</cx:pt>
          <cx:pt idx="719">83</cx:pt>
          <cx:pt idx="720">78</cx:pt>
          <cx:pt idx="721">75</cx:pt>
          <cx:pt idx="722">76</cx:pt>
          <cx:pt idx="723">74</cx:pt>
          <cx:pt idx="724">75</cx:pt>
          <cx:pt idx="725">77</cx:pt>
          <cx:pt idx="726">77</cx:pt>
          <cx:pt idx="727">74</cx:pt>
          <cx:pt idx="728">76</cx:pt>
          <cx:pt idx="729">61</cx:pt>
          <cx:pt idx="730">81</cx:pt>
          <cx:pt idx="731">71</cx:pt>
          <cx:pt idx="732">76</cx:pt>
          <cx:pt idx="733">76</cx:pt>
          <cx:pt idx="734">74</cx:pt>
          <cx:pt idx="735">82</cx:pt>
          <cx:pt idx="736">59</cx:pt>
          <cx:pt idx="737">66</cx:pt>
          <cx:pt idx="738">80</cx:pt>
          <cx:pt idx="739">66</cx:pt>
          <cx:pt idx="740">68</cx:pt>
          <cx:pt idx="741">63</cx:pt>
          <cx:pt idx="742">69</cx:pt>
          <cx:pt idx="743">54</cx:pt>
          <cx:pt idx="744">64</cx:pt>
          <cx:pt idx="745">69</cx:pt>
          <cx:pt idx="746">74</cx:pt>
          <cx:pt idx="747">64</cx:pt>
          <cx:pt idx="748">53</cx:pt>
          <cx:pt idx="749">66</cx:pt>
          <cx:pt idx="750">57</cx:pt>
          <cx:pt idx="751">72</cx:pt>
          <cx:pt idx="752">52</cx:pt>
          <cx:pt idx="753">70</cx:pt>
          <cx:pt idx="754">81</cx:pt>
          <cx:pt idx="755">72</cx:pt>
          <cx:pt idx="756">76</cx:pt>
          <cx:pt idx="757">84</cx:pt>
          <cx:pt idx="758">78</cx:pt>
          <cx:pt idx="759">73</cx:pt>
          <cx:pt idx="760">60</cx:pt>
          <cx:pt idx="761">71</cx:pt>
          <cx:pt idx="762">60</cx:pt>
          <cx:pt idx="763">81</cx:pt>
          <cx:pt idx="764">61</cx:pt>
          <cx:pt idx="765">71</cx:pt>
          <cx:pt idx="766">64</cx:pt>
          <cx:pt idx="767">61</cx:pt>
          <cx:pt idx="768">63</cx:pt>
          <cx:pt idx="769">72</cx:pt>
          <cx:pt idx="770">59</cx:pt>
          <cx:pt idx="771">59</cx:pt>
          <cx:pt idx="772">61</cx:pt>
          <cx:pt idx="773">65</cx:pt>
          <cx:pt idx="774">53</cx:pt>
          <cx:pt idx="775">63</cx:pt>
          <cx:pt idx="776">54</cx:pt>
          <cx:pt idx="777">80</cx:pt>
          <cx:pt idx="778">72</cx:pt>
          <cx:pt idx="779">68</cx:pt>
          <cx:pt idx="780">62</cx:pt>
          <cx:pt idx="781">69</cx:pt>
          <cx:pt idx="782">64</cx:pt>
          <cx:pt idx="783">71</cx:pt>
          <cx:pt idx="784">69</cx:pt>
          <cx:pt idx="785">72</cx:pt>
          <cx:pt idx="786">66</cx:pt>
          <cx:pt idx="787">82</cx:pt>
          <cx:pt idx="788">81</cx:pt>
          <cx:pt idx="789">68</cx:pt>
          <cx:pt idx="790">71</cx:pt>
          <cx:pt idx="791">68</cx:pt>
          <cx:pt idx="792">56</cx:pt>
          <cx:pt idx="793">65</cx:pt>
          <cx:pt idx="794">62</cx:pt>
          <cx:pt idx="795">56</cx:pt>
          <cx:pt idx="796">64</cx:pt>
          <cx:pt idx="797">81</cx:pt>
          <cx:pt idx="798">75</cx:pt>
          <cx:pt idx="799">55</cx:pt>
          <cx:pt idx="800">72</cx:pt>
          <cx:pt idx="801">74</cx:pt>
          <cx:pt idx="802">74</cx:pt>
          <cx:pt idx="803">73</cx:pt>
          <cx:pt idx="804">67</cx:pt>
          <cx:pt idx="805">77</cx:pt>
          <cx:pt idx="806">72</cx:pt>
          <cx:pt idx="807">74</cx:pt>
          <cx:pt idx="808">79</cx:pt>
          <cx:pt idx="809">71</cx:pt>
          <cx:pt idx="810">66</cx:pt>
          <cx:pt idx="811">54</cx:pt>
          <cx:pt idx="812">57</cx:pt>
          <cx:pt idx="813">73</cx:pt>
          <cx:pt idx="814">68</cx:pt>
          <cx:pt idx="815">72</cx:pt>
          <cx:pt idx="816">69</cx:pt>
          <cx:pt idx="817">75</cx:pt>
          <cx:pt idx="818">72</cx:pt>
          <cx:pt idx="819">68</cx:pt>
          <cx:pt idx="820">72</cx:pt>
          <cx:pt idx="821">73</cx:pt>
          <cx:pt idx="822">66</cx:pt>
          <cx:pt idx="823">67</cx:pt>
          <cx:pt idx="824">78</cx:pt>
          <cx:pt idx="825">84</cx:pt>
          <cx:pt idx="826">72</cx:pt>
          <cx:pt idx="827">55</cx:pt>
          <cx:pt idx="828">70</cx:pt>
          <cx:pt idx="829">70</cx:pt>
          <cx:pt idx="830">64</cx:pt>
          <cx:pt idx="831">62</cx:pt>
          <cx:pt idx="832">52</cx:pt>
          <cx:pt idx="833">84</cx:pt>
          <cx:pt idx="834">71</cx:pt>
          <cx:pt idx="835">75</cx:pt>
          <cx:pt idx="836">56</cx:pt>
          <cx:pt idx="837">78</cx:pt>
          <cx:pt idx="838">83</cx:pt>
          <cx:pt idx="839">80</cx:pt>
          <cx:pt idx="840">58</cx:pt>
          <cx:pt idx="841">60</cx:pt>
          <cx:pt idx="842">79</cx:pt>
          <cx:pt idx="843">59</cx:pt>
          <cx:pt idx="844">54</cx:pt>
          <cx:pt idx="845">63</cx:pt>
          <cx:pt idx="846">67</cx:pt>
          <cx:pt idx="847">54</cx:pt>
          <cx:pt idx="848">62</cx:pt>
          <cx:pt idx="849">75</cx:pt>
          <cx:pt idx="850">82</cx:pt>
          <cx:pt idx="851">54</cx:pt>
          <cx:pt idx="852">63</cx:pt>
          <cx:pt idx="853">85</cx:pt>
          <cx:pt idx="854">85</cx:pt>
          <cx:pt idx="855">75</cx:pt>
          <cx:pt idx="856">81</cx:pt>
          <cx:pt idx="857">81</cx:pt>
          <cx:pt idx="858">83</cx:pt>
          <cx:pt idx="859">71</cx:pt>
          <cx:pt idx="860">80</cx:pt>
          <cx:pt idx="861">86</cx:pt>
          <cx:pt idx="862">77</cx:pt>
          <cx:pt idx="863">75</cx:pt>
          <cx:pt idx="864">67</cx:pt>
          <cx:pt idx="865">59</cx:pt>
          <cx:pt idx="866">70</cx:pt>
          <cx:pt idx="867">71</cx:pt>
          <cx:pt idx="868">63</cx:pt>
          <cx:pt idx="869">67</cx:pt>
          <cx:pt idx="870">62</cx:pt>
          <cx:pt idx="871">54</cx:pt>
          <cx:pt idx="872">62</cx:pt>
          <cx:pt idx="873">53</cx:pt>
          <cx:pt idx="874">62</cx:pt>
          <cx:pt idx="875">68</cx:pt>
          <cx:pt idx="876">56</cx:pt>
          <cx:pt idx="877">82</cx:pt>
          <cx:pt idx="878">61</cx:pt>
          <cx:pt idx="879">62</cx:pt>
          <cx:pt idx="880">59</cx:pt>
          <cx:pt idx="881">55</cx:pt>
          <cx:pt idx="882">57</cx:pt>
          <cx:pt idx="883">59</cx:pt>
          <cx:pt idx="884">58</cx:pt>
          <cx:pt idx="885">60</cx:pt>
          <cx:pt idx="886">76</cx:pt>
          <cx:pt idx="887">59</cx:pt>
          <cx:pt idx="888">63</cx:pt>
          <cx:pt idx="889">56</cx:pt>
          <cx:pt idx="890">59</cx:pt>
          <cx:pt idx="891">55</cx:pt>
          <cx:pt idx="892">56</cx:pt>
          <cx:pt idx="893">75</cx:pt>
          <cx:pt idx="894">67</cx:pt>
          <cx:pt idx="895">56</cx:pt>
          <cx:pt idx="896">59</cx:pt>
          <cx:pt idx="897">73</cx:pt>
          <cx:pt idx="898">62</cx:pt>
          <cx:pt idx="899">58</cx:pt>
          <cx:pt idx="900">63</cx:pt>
          <cx:pt idx="901">75</cx:pt>
          <cx:pt idx="902">54</cx:pt>
          <cx:pt idx="903">77</cx:pt>
          <cx:pt idx="904">67</cx:pt>
          <cx:pt idx="905">69</cx:pt>
          <cx:pt idx="906">62</cx:pt>
          <cx:pt idx="907">56</cx:pt>
          <cx:pt idx="908">70</cx:pt>
          <cx:pt idx="909">66</cx:pt>
          <cx:pt idx="910">70</cx:pt>
          <cx:pt idx="911">57</cx:pt>
          <cx:pt idx="912">64</cx:pt>
          <cx:pt idx="913">71</cx:pt>
          <cx:pt idx="914">66</cx:pt>
          <cx:pt idx="915">70</cx:pt>
          <cx:pt idx="916">61</cx:pt>
          <cx:pt idx="917">80</cx:pt>
          <cx:pt idx="918">59</cx:pt>
          <cx:pt idx="919">73</cx:pt>
          <cx:pt idx="920">52</cx:pt>
          <cx:pt idx="921">58</cx:pt>
          <cx:pt idx="922">62</cx:pt>
          <cx:pt idx="923">58</cx:pt>
          <cx:pt idx="924">71</cx:pt>
          <cx:pt idx="925">70</cx:pt>
          <cx:pt idx="926">74</cx:pt>
          <cx:pt idx="927">62</cx:pt>
          <cx:pt idx="928">66</cx:pt>
          <cx:pt idx="929">57</cx:pt>
          <cx:pt idx="930">67</cx:pt>
          <cx:pt idx="931">73</cx:pt>
          <cx:pt idx="932">55</cx:pt>
          <cx:pt idx="933">57</cx:pt>
          <cx:pt idx="934">67</cx:pt>
          <cx:pt idx="935">71</cx:pt>
          <cx:pt idx="936">65</cx:pt>
          <cx:pt idx="937">66</cx:pt>
          <cx:pt idx="938">64</cx:pt>
          <cx:pt idx="939">63</cx:pt>
          <cx:pt idx="940">65</cx:pt>
          <cx:pt idx="941">64</cx:pt>
          <cx:pt idx="942">65</cx:pt>
          <cx:pt idx="943">62</cx:pt>
          <cx:pt idx="944">62</cx:pt>
          <cx:pt idx="945">63</cx:pt>
          <cx:pt idx="946">60</cx:pt>
          <cx:pt idx="947">63</cx:pt>
          <cx:pt idx="948">64</cx:pt>
          <cx:pt idx="949">62</cx:pt>
          <cx:pt idx="950">64</cx:pt>
          <cx:pt idx="951">76</cx:pt>
          <cx:pt idx="952">66</cx:pt>
          <cx:pt idx="953">59</cx:pt>
          <cx:pt idx="954">63</cx:pt>
          <cx:pt idx="955">64</cx:pt>
          <cx:pt idx="956">67</cx:pt>
          <cx:pt idx="957">56</cx:pt>
          <cx:pt idx="958">60</cx:pt>
          <cx:pt idx="959">64</cx:pt>
          <cx:pt idx="960">57</cx:pt>
          <cx:pt idx="961">69</cx:pt>
          <cx:pt idx="962">63</cx:pt>
          <cx:pt idx="963">75</cx:pt>
          <cx:pt idx="964">59</cx:pt>
          <cx:pt idx="965">59</cx:pt>
          <cx:pt idx="966">59</cx:pt>
          <cx:pt idx="967">69</cx:pt>
          <cx:pt idx="968">65</cx:pt>
          <cx:pt idx="969">59</cx:pt>
          <cx:pt idx="970">66</cx:pt>
          <cx:pt idx="971">79</cx:pt>
          <cx:pt idx="972">61</cx:pt>
          <cx:pt idx="973">68</cx:pt>
          <cx:pt idx="974">62</cx:pt>
          <cx:pt idx="975">59</cx:pt>
          <cx:pt idx="976">57</cx:pt>
          <cx:pt idx="977">64</cx:pt>
          <cx:pt idx="978">64</cx:pt>
          <cx:pt idx="979">63</cx:pt>
          <cx:pt idx="980">55</cx:pt>
          <cx:pt idx="981">70</cx:pt>
          <cx:pt idx="982">63</cx:pt>
          <cx:pt idx="983">73</cx:pt>
          <cx:pt idx="984">69</cx:pt>
          <cx:pt idx="985">58</cx:pt>
          <cx:pt idx="986">74</cx:pt>
          <cx:pt idx="987">58</cx:pt>
          <cx:pt idx="988">61</cx:pt>
          <cx:pt idx="989">67</cx:pt>
          <cx:pt idx="990">57</cx:pt>
          <cx:pt idx="991">68</cx:pt>
          <cx:pt idx="992">80</cx:pt>
          <cx:pt idx="993">69</cx:pt>
          <cx:pt idx="994">82</cx:pt>
          <cx:pt idx="995">69</cx:pt>
          <cx:pt idx="996">81</cx:pt>
          <cx:pt idx="997">54</cx:pt>
          <cx:pt idx="998">77</cx:pt>
          <cx:pt idx="999">62</cx:pt>
          <cx:pt idx="1000">54</cx:pt>
          <cx:pt idx="1001">61</cx:pt>
          <cx:pt idx="1002">70</cx:pt>
          <cx:pt idx="1003">65</cx:pt>
          <cx:pt idx="1004">51</cx:pt>
          <cx:pt idx="1005">75</cx:pt>
          <cx:pt idx="1006">69</cx:pt>
          <cx:pt idx="1007">56</cx:pt>
          <cx:pt idx="1008">55</cx:pt>
          <cx:pt idx="1009">53</cx:pt>
          <cx:pt idx="1010">57</cx:pt>
          <cx:pt idx="1011">51</cx:pt>
          <cx:pt idx="1012">79</cx:pt>
          <cx:pt idx="1013">59</cx:pt>
          <cx:pt idx="1014">75</cx:pt>
          <cx:pt idx="1015">54</cx:pt>
          <cx:pt idx="1016">76</cx:pt>
          <cx:pt idx="1017">79</cx:pt>
          <cx:pt idx="1018">75</cx:pt>
          <cx:pt idx="1019">69</cx:pt>
          <cx:pt idx="1020">58</cx:pt>
          <cx:pt idx="1021">58</cx:pt>
          <cx:pt idx="1022">66</cx:pt>
          <cx:pt idx="1023">78</cx:pt>
          <cx:pt idx="1024">65</cx:pt>
          <cx:pt idx="1025">73</cx:pt>
          <cx:pt idx="1026">62</cx:pt>
          <cx:pt idx="1027">59</cx:pt>
          <cx:pt idx="1028">73</cx:pt>
          <cx:pt idx="1029">62</cx:pt>
          <cx:pt idx="1030">67</cx:pt>
          <cx:pt idx="1031">61</cx:pt>
          <cx:pt idx="1032">65</cx:pt>
          <cx:pt idx="1033">56</cx:pt>
          <cx:pt idx="1034">80</cx:pt>
          <cx:pt idx="1035">79</cx:pt>
          <cx:pt idx="1036">74</cx:pt>
          <cx:pt idx="1037">57</cx:pt>
          <cx:pt idx="1038">76</cx:pt>
          <cx:pt idx="1039">57</cx:pt>
          <cx:pt idx="1040">56</cx:pt>
          <cx:pt idx="1041">63</cx:pt>
          <cx:pt idx="1042">73</cx:pt>
          <cx:pt idx="1043">55</cx:pt>
          <cx:pt idx="1044">57</cx:pt>
          <cx:pt idx="1045">59</cx:pt>
          <cx:pt idx="1046">55</cx:pt>
          <cx:pt idx="1047">65</cx:pt>
          <cx:pt idx="1048">65</cx:pt>
          <cx:pt idx="1049">63</cx:pt>
          <cx:pt idx="1050">68</cx:pt>
          <cx:pt idx="1051">54</cx:pt>
          <cx:pt idx="1052">56</cx:pt>
          <cx:pt idx="1053">68</cx:pt>
          <cx:pt idx="1054">65</cx:pt>
          <cx:pt idx="1055">56</cx:pt>
          <cx:pt idx="1056">76</cx:pt>
          <cx:pt idx="1057">53</cx:pt>
          <cx:pt idx="1058">50</cx:pt>
          <cx:pt idx="1059">82</cx:pt>
          <cx:pt idx="1060">73</cx:pt>
          <cx:pt idx="1061">82</cx:pt>
          <cx:pt idx="1062">62</cx:pt>
          <cx:pt idx="1063">76</cx:pt>
          <cx:pt idx="1064">58</cx:pt>
          <cx:pt idx="1065">78</cx:pt>
          <cx:pt idx="1066">73</cx:pt>
          <cx:pt idx="1067">61</cx:pt>
          <cx:pt idx="1068">68</cx:pt>
          <cx:pt idx="1069">61</cx:pt>
          <cx:pt idx="1070">64</cx:pt>
          <cx:pt idx="1071">65</cx:pt>
          <cx:pt idx="1072">65</cx:pt>
          <cx:pt idx="1073">62</cx:pt>
          <cx:pt idx="1074">68</cx:pt>
          <cx:pt idx="1075">61</cx:pt>
          <cx:pt idx="1076">64</cx:pt>
          <cx:pt idx="1077">63</cx:pt>
          <cx:pt idx="1078">61</cx:pt>
          <cx:pt idx="1079">63</cx:pt>
          <cx:pt idx="1080">66</cx:pt>
          <cx:pt idx="1081">65</cx:pt>
          <cx:pt idx="1082">64</cx:pt>
          <cx:pt idx="1083">64</cx:pt>
          <cx:pt idx="1084">69</cx:pt>
          <cx:pt idx="1085">85</cx:pt>
          <cx:pt idx="1086">67</cx:pt>
          <cx:pt idx="1087">75</cx:pt>
          <cx:pt idx="1088">80</cx:pt>
          <cx:pt idx="1089">80</cx:pt>
          <cx:pt idx="1090">85</cx:pt>
          <cx:pt idx="1091">86</cx:pt>
          <cx:pt idx="1092">74</cx:pt>
          <cx:pt idx="1093">64</cx:pt>
          <cx:pt idx="1094">61</cx:pt>
          <cx:pt idx="1095">78</cx:pt>
          <cx:pt idx="1096">76</cx:pt>
          <cx:pt idx="1097">75</cx:pt>
          <cx:pt idx="1098">67</cx:pt>
          <cx:pt idx="1099">74</cx:pt>
          <cx:pt idx="1100">69</cx:pt>
          <cx:pt idx="1101">77</cx:pt>
          <cx:pt idx="1102">73</cx:pt>
          <cx:pt idx="1103">65</cx:pt>
          <cx:pt idx="1104">69</cx:pt>
          <cx:pt idx="1105">71</cx:pt>
          <cx:pt idx="1106">64</cx:pt>
          <cx:pt idx="1107">63</cx:pt>
          <cx:pt idx="1108">65</cx:pt>
          <cx:pt idx="1109">73</cx:pt>
          <cx:pt idx="1110">71</cx:pt>
          <cx:pt idx="1111">85</cx:pt>
          <cx:pt idx="1112">79</cx:pt>
          <cx:pt idx="1113">61</cx:pt>
          <cx:pt idx="1114">77</cx:pt>
          <cx:pt idx="1115">66</cx:pt>
          <cx:pt idx="1116">70</cx:pt>
          <cx:pt idx="1117">83</cx:pt>
          <cx:pt idx="1118">77</cx:pt>
          <cx:pt idx="1119">78</cx:pt>
          <cx:pt idx="1120">73</cx:pt>
          <cx:pt idx="1121">70</cx:pt>
          <cx:pt idx="1122">76</cx:pt>
          <cx:pt idx="1123">80</cx:pt>
          <cx:pt idx="1124">76</cx:pt>
          <cx:pt idx="1125">71</cx:pt>
          <cx:pt idx="1126">50</cx:pt>
          <cx:pt idx="1127">77</cx:pt>
          <cx:pt idx="1128">79</cx:pt>
          <cx:pt idx="1129">81</cx:pt>
          <cx:pt idx="1130">57</cx:pt>
          <cx:pt idx="1131">53</cx:pt>
          <cx:pt idx="1132">50</cx:pt>
          <cx:pt idx="1133">53</cx:pt>
          <cx:pt idx="1134">52</cx:pt>
          <cx:pt idx="1135">66</cx:pt>
          <cx:pt idx="1136">65</cx:pt>
          <cx:pt idx="1137">86</cx:pt>
          <cx:pt idx="1138">83</cx:pt>
          <cx:pt idx="1139">78</cx:pt>
          <cx:pt idx="1140">84</cx:pt>
          <cx:pt idx="1141">76</cx:pt>
          <cx:pt idx="1142">75</cx:pt>
          <cx:pt idx="1143">81</cx:pt>
          <cx:pt idx="1144">89</cx:pt>
          <cx:pt idx="1145">84</cx:pt>
          <cx:pt idx="1146">52</cx:pt>
          <cx:pt idx="1147">72</cx:pt>
          <cx:pt idx="1148">58</cx:pt>
          <cx:pt idx="1149">59</cx:pt>
          <cx:pt idx="1150">71</cx:pt>
          <cx:pt idx="1151">77</cx:pt>
          <cx:pt idx="1152">54</cx:pt>
          <cx:pt idx="1153">50</cx:pt>
          <cx:pt idx="1154">83</cx:pt>
          <cx:pt idx="1155">73</cx:pt>
          <cx:pt idx="1156">75</cx:pt>
          <cx:pt idx="1157">63</cx:pt>
          <cx:pt idx="1158">72</cx:pt>
          <cx:pt idx="1159">70</cx:pt>
          <cx:pt idx="1160">83</cx:pt>
          <cx:pt idx="1161">68</cx:pt>
          <cx:pt idx="1162">56</cx:pt>
          <cx:pt idx="1163">80</cx:pt>
          <cx:pt idx="1164">69</cx:pt>
          <cx:pt idx="1165">58</cx:pt>
          <cx:pt idx="1166">77</cx:pt>
          <cx:pt idx="1167">75</cx:pt>
          <cx:pt idx="1168">73</cx:pt>
          <cx:pt idx="1169">78</cx:pt>
          <cx:pt idx="1170">76</cx:pt>
          <cx:pt idx="1171">67</cx:pt>
          <cx:pt idx="1172">66</cx:pt>
          <cx:pt idx="1173">78</cx:pt>
          <cx:pt idx="1174">62</cx:pt>
          <cx:pt idx="1175">71</cx:pt>
          <cx:pt idx="1176">66</cx:pt>
          <cx:pt idx="1177">73</cx:pt>
          <cx:pt idx="1178">65</cx:pt>
          <cx:pt idx="1179">63</cx:pt>
          <cx:pt idx="1180">60</cx:pt>
          <cx:pt idx="1181">82</cx:pt>
          <cx:pt idx="1182">66</cx:pt>
          <cx:pt idx="1183">70</cx:pt>
          <cx:pt idx="1184">63</cx:pt>
          <cx:pt idx="1185">75</cx:pt>
          <cx:pt idx="1186">60</cx:pt>
          <cx:pt idx="1187">68</cx:pt>
          <cx:pt idx="1188">68</cx:pt>
          <cx:pt idx="1189">81</cx:pt>
          <cx:pt idx="1190">66</cx:pt>
          <cx:pt idx="1191">83</cx:pt>
          <cx:pt idx="1192">65</cx:pt>
          <cx:pt idx="1193">64</cx:pt>
          <cx:pt idx="1194">77</cx:pt>
          <cx:pt idx="1195">50</cx:pt>
          <cx:pt idx="1196">52</cx:pt>
          <cx:pt idx="1197">55</cx:pt>
          <cx:pt idx="1198">75</cx:pt>
          <cx:pt idx="1199">68</cx:pt>
          <cx:pt idx="1200">70</cx:pt>
          <cx:pt idx="1201">77</cx:pt>
          <cx:pt idx="1202">83</cx:pt>
          <cx:pt idx="1203">66</cx:pt>
          <cx:pt idx="1204">75</cx:pt>
          <cx:pt idx="1205">61</cx:pt>
          <cx:pt idx="1206">71</cx:pt>
          <cx:pt idx="1207">71</cx:pt>
          <cx:pt idx="1208">71</cx:pt>
          <cx:pt idx="1209">66</cx:pt>
          <cx:pt idx="1210">62</cx:pt>
          <cx:pt idx="1211">83</cx:pt>
          <cx:pt idx="1212">80</cx:pt>
          <cx:pt idx="1213">65</cx:pt>
          <cx:pt idx="1214">75</cx:pt>
          <cx:pt idx="1215">72</cx:pt>
          <cx:pt idx="1216">66</cx:pt>
          <cx:pt idx="1217">55</cx:pt>
          <cx:pt idx="1218">64</cx:pt>
          <cx:pt idx="1219">73</cx:pt>
          <cx:pt idx="1220">64</cx:pt>
          <cx:pt idx="1221">50</cx:pt>
          <cx:pt idx="1222">83</cx:pt>
          <cx:pt idx="1223">67</cx:pt>
          <cx:pt idx="1224">75</cx:pt>
          <cx:pt idx="1225">64</cx:pt>
          <cx:pt idx="1226">61</cx:pt>
          <cx:pt idx="1227">73</cx:pt>
          <cx:pt idx="1228">76</cx:pt>
          <cx:pt idx="1229">70</cx:pt>
          <cx:pt idx="1230">55</cx:pt>
          <cx:pt idx="1231">65</cx:pt>
          <cx:pt idx="1232">85</cx:pt>
          <cx:pt idx="1233">69</cx:pt>
          <cx:pt idx="1234">59</cx:pt>
          <cx:pt idx="1235">64</cx:pt>
          <cx:pt idx="1236">64</cx:pt>
          <cx:pt idx="1237">58</cx:pt>
          <cx:pt idx="1238">76</cx:pt>
          <cx:pt idx="1239">73</cx:pt>
          <cx:pt idx="1240">60</cx:pt>
          <cx:pt idx="1241">64</cx:pt>
          <cx:pt idx="1242">54</cx:pt>
          <cx:pt idx="1243">81</cx:pt>
          <cx:pt idx="1244">79</cx:pt>
          <cx:pt idx="1245">77</cx:pt>
          <cx:pt idx="1246">65</cx:pt>
          <cx:pt idx="1247">63</cx:pt>
          <cx:pt idx="1248">58</cx:pt>
          <cx:pt idx="1249">67</cx:pt>
          <cx:pt idx="1250">58</cx:pt>
          <cx:pt idx="1251">64</cx:pt>
          <cx:pt idx="1252">75</cx:pt>
          <cx:pt idx="1253">86</cx:pt>
          <cx:pt idx="1254">76</cx:pt>
          <cx:pt idx="1255">73</cx:pt>
          <cx:pt idx="1256">62</cx:pt>
          <cx:pt idx="1257">82</cx:pt>
          <cx:pt idx="1258">58</cx:pt>
          <cx:pt idx="1259">64</cx:pt>
          <cx:pt idx="1260">76</cx:pt>
          <cx:pt idx="1261">64</cx:pt>
          <cx:pt idx="1262">71</cx:pt>
          <cx:pt idx="1263">84</cx:pt>
          <cx:pt idx="1264">72</cx:pt>
          <cx:pt idx="1265">77</cx:pt>
          <cx:pt idx="1266">73</cx:pt>
          <cx:pt idx="1267">72</cx:pt>
          <cx:pt idx="1268">87</cx:pt>
          <cx:pt idx="1269">80</cx:pt>
          <cx:pt idx="1270">71</cx:pt>
          <cx:pt idx="1271">77</cx:pt>
          <cx:pt idx="1272">74</cx:pt>
          <cx:pt idx="1273">75</cx:pt>
          <cx:pt idx="1274">72</cx:pt>
          <cx:pt idx="1275">69</cx:pt>
          <cx:pt idx="1276">62</cx:pt>
          <cx:pt idx="1277">75</cx:pt>
          <cx:pt idx="1278">77</cx:pt>
          <cx:pt idx="1279">70</cx:pt>
          <cx:pt idx="1280">66</cx:pt>
          <cx:pt idx="1281">68</cx:pt>
          <cx:pt idx="1282">65</cx:pt>
          <cx:pt idx="1283">76</cx:pt>
          <cx:pt idx="1284">75</cx:pt>
          <cx:pt idx="1285">73</cx:pt>
          <cx:pt idx="1286">59</cx:pt>
          <cx:pt idx="1287">75</cx:pt>
          <cx:pt idx="1288">60</cx:pt>
          <cx:pt idx="1289">69</cx:pt>
          <cx:pt idx="1290">74</cx:pt>
          <cx:pt idx="1291">58</cx:pt>
          <cx:pt idx="1292">57</cx:pt>
          <cx:pt idx="1293">51</cx:pt>
          <cx:pt idx="1294">67</cx:pt>
          <cx:pt idx="1295">53</cx:pt>
          <cx:pt idx="1296">72</cx:pt>
          <cx:pt idx="1297">55</cx:pt>
          <cx:pt idx="1298">62</cx:pt>
          <cx:pt idx="1299">72</cx:pt>
          <cx:pt idx="1300">80</cx:pt>
          <cx:pt idx="1301">68</cx:pt>
          <cx:pt idx="1302">74</cx:pt>
          <cx:pt idx="1303">72</cx:pt>
          <cx:pt idx="1304">76</cx:pt>
          <cx:pt idx="1305">63</cx:pt>
          <cx:pt idx="1306">80</cx:pt>
          <cx:pt idx="1307">74</cx:pt>
          <cx:pt idx="1308">72</cx:pt>
          <cx:pt idx="1309">79</cx:pt>
          <cx:pt idx="1310">72</cx:pt>
          <cx:pt idx="1311">60</cx:pt>
          <cx:pt idx="1312">73</cx:pt>
          <cx:pt idx="1313">68</cx:pt>
          <cx:pt idx="1314">62</cx:pt>
          <cx:pt idx="1315">54</cx:pt>
          <cx:pt idx="1316">86</cx:pt>
          <cx:pt idx="1317">78</cx:pt>
          <cx:pt idx="1318">77</cx:pt>
          <cx:pt idx="1319">71</cx:pt>
          <cx:pt idx="1320">67</cx:pt>
          <cx:pt idx="1321">76</cx:pt>
          <cx:pt idx="1322">82</cx:pt>
          <cx:pt idx="1323">66</cx:pt>
          <cx:pt idx="1324">69</cx:pt>
          <cx:pt idx="1325">80</cx:pt>
          <cx:pt idx="1326">55</cx:pt>
          <cx:pt idx="1327">67</cx:pt>
          <cx:pt idx="1328">70</cx:pt>
          <cx:pt idx="1329">62</cx:pt>
          <cx:pt idx="1330">66</cx:pt>
          <cx:pt idx="1331">68</cx:pt>
          <cx:pt idx="1332">60</cx:pt>
          <cx:pt idx="1333">76</cx:pt>
          <cx:pt idx="1334">67</cx:pt>
          <cx:pt idx="1335">51</cx:pt>
          <cx:pt idx="1336">65</cx:pt>
          <cx:pt idx="1337">54</cx:pt>
          <cx:pt idx="1338">71</cx:pt>
          <cx:pt idx="1339">75</cx:pt>
          <cx:pt idx="1340">74</cx:pt>
          <cx:pt idx="1341">66</cx:pt>
          <cx:pt idx="1342">72</cx:pt>
          <cx:pt idx="1343">82</cx:pt>
          <cx:pt idx="1344">75</cx:pt>
          <cx:pt idx="1345">67</cx:pt>
          <cx:pt idx="1346">82</cx:pt>
          <cx:pt idx="1347">74</cx:pt>
          <cx:pt idx="1348">85</cx:pt>
          <cx:pt idx="1349">73</cx:pt>
          <cx:pt idx="1350">70</cx:pt>
          <cx:pt idx="1351">75</cx:pt>
          <cx:pt idx="1352">76</cx:pt>
          <cx:pt idx="1353">77</cx:pt>
          <cx:pt idx="1354">75</cx:pt>
          <cx:pt idx="1355">76</cx:pt>
          <cx:pt idx="1356">69</cx:pt>
          <cx:pt idx="1357">66</cx:pt>
          <cx:pt idx="1358">80</cx:pt>
          <cx:pt idx="1359">66</cx:pt>
          <cx:pt idx="1360">67</cx:pt>
          <cx:pt idx="1361">61</cx:pt>
          <cx:pt idx="1362">75</cx:pt>
          <cx:pt idx="1363">59</cx:pt>
          <cx:pt idx="1364">61</cx:pt>
          <cx:pt idx="1365">66</cx:pt>
          <cx:pt idx="1366">61</cx:pt>
          <cx:pt idx="1367">64</cx:pt>
          <cx:pt idx="1368">77</cx:pt>
          <cx:pt idx="1369">81</cx:pt>
          <cx:pt idx="1370">69</cx:pt>
          <cx:pt idx="1371">68</cx:pt>
          <cx:pt idx="1372">63</cx:pt>
          <cx:pt idx="1373">70</cx:pt>
          <cx:pt idx="1374">84</cx:pt>
          <cx:pt idx="1375">66</cx:pt>
          <cx:pt idx="1376">78</cx:pt>
          <cx:pt idx="1377">74</cx:pt>
          <cx:pt idx="1378">80</cx:pt>
          <cx:pt idx="1379">73</cx:pt>
          <cx:pt idx="1380">71</cx:pt>
          <cx:pt idx="1381">53</cx:pt>
          <cx:pt idx="1382">51</cx:pt>
          <cx:pt idx="1383">75</cx:pt>
          <cx:pt idx="1384">51</cx:pt>
          <cx:pt idx="1385">78</cx:pt>
          <cx:pt idx="1386">76</cx:pt>
          <cx:pt idx="1387">67</cx:pt>
          <cx:pt idx="1388">77</cx:pt>
          <cx:pt idx="1389">52</cx:pt>
          <cx:pt idx="1390">73</cx:pt>
          <cx:pt idx="1391">81</cx:pt>
          <cx:pt idx="1392">79</cx:pt>
          <cx:pt idx="1393">82</cx:pt>
          <cx:pt idx="1394">76</cx:pt>
          <cx:pt idx="1395">75</cx:pt>
          <cx:pt idx="1396">67</cx:pt>
          <cx:pt idx="1397">78</cx:pt>
          <cx:pt idx="1398">78</cx:pt>
          <cx:pt idx="1399">78</cx:pt>
          <cx:pt idx="1400">70</cx:pt>
          <cx:pt idx="1401">73</cx:pt>
          <cx:pt idx="1402">66</cx:pt>
          <cx:pt idx="1403">69</cx:pt>
          <cx:pt idx="1404">64</cx:pt>
          <cx:pt idx="1405">50</cx:pt>
          <cx:pt idx="1406">63</cx:pt>
          <cx:pt idx="1407">71</cx:pt>
          <cx:pt idx="1408">81</cx:pt>
          <cx:pt idx="1409">75</cx:pt>
          <cx:pt idx="1410">57</cx:pt>
          <cx:pt idx="1411">76</cx:pt>
          <cx:pt idx="1412">69</cx:pt>
          <cx:pt idx="1413">68</cx:pt>
          <cx:pt idx="1414">62</cx:pt>
          <cx:pt idx="1415">73</cx:pt>
          <cx:pt idx="1416">67</cx:pt>
          <cx:pt idx="1417">80</cx:pt>
          <cx:pt idx="1418">71</cx:pt>
          <cx:pt idx="1419">80</cx:pt>
          <cx:pt idx="1420">59</cx:pt>
          <cx:pt idx="1421">76</cx:pt>
          <cx:pt idx="1422">62</cx:pt>
          <cx:pt idx="1423">71</cx:pt>
          <cx:pt idx="1424">60</cx:pt>
          <cx:pt idx="1425">69</cx:pt>
          <cx:pt idx="1426">75</cx:pt>
          <cx:pt idx="1427">51</cx:pt>
          <cx:pt idx="1428">53</cx:pt>
          <cx:pt idx="1429">55</cx:pt>
          <cx:pt idx="1430">83</cx:pt>
          <cx:pt idx="1431">50</cx:pt>
          <cx:pt idx="1432">63</cx:pt>
          <cx:pt idx="1433">85</cx:pt>
          <cx:pt idx="1434">56</cx:pt>
          <cx:pt idx="1435">80</cx:pt>
          <cx:pt idx="1436">66</cx:pt>
          <cx:pt idx="1437">74</cx:pt>
          <cx:pt idx="1438">77</cx:pt>
          <cx:pt idx="1439">50</cx:pt>
          <cx:pt idx="1440">86</cx:pt>
          <cx:pt idx="1441">56</cx:pt>
          <cx:pt idx="1442">52</cx:pt>
          <cx:pt idx="1443">78</cx:pt>
          <cx:pt idx="1444">70</cx:pt>
          <cx:pt idx="1445">73</cx:pt>
          <cx:pt idx="1446">65</cx:pt>
          <cx:pt idx="1447">73</cx:pt>
          <cx:pt idx="1448">73</cx:pt>
          <cx:pt idx="1449">50</cx:pt>
          <cx:pt idx="1450">79</cx:pt>
          <cx:pt idx="1451">51</cx:pt>
          <cx:pt idx="1452">60</cx:pt>
          <cx:pt idx="1453">76</cx:pt>
          <cx:pt idx="1454">70</cx:pt>
          <cx:pt idx="1455">68</cx:pt>
          <cx:pt idx="1456">84</cx:pt>
          <cx:pt idx="1457">54</cx:pt>
          <cx:pt idx="1458">61</cx:pt>
          <cx:pt idx="1459">76</cx:pt>
          <cx:pt idx="1460">73</cx:pt>
          <cx:pt idx="1461">72</cx:pt>
          <cx:pt idx="1462">57</cx:pt>
          <cx:pt idx="1463">84</cx:pt>
          <cx:pt idx="1464">62</cx:pt>
          <cx:pt idx="1465">60</cx:pt>
          <cx:pt idx="1466">58</cx:pt>
          <cx:pt idx="1467">71</cx:pt>
          <cx:pt idx="1468">53</cx:pt>
          <cx:pt idx="1469">66</cx:pt>
          <cx:pt idx="1470">74</cx:pt>
          <cx:pt idx="1471">54</cx:pt>
          <cx:pt idx="1472">63</cx:pt>
          <cx:pt idx="1473">64</cx:pt>
          <cx:pt idx="1474">61</cx:pt>
          <cx:pt idx="1475">57</cx:pt>
          <cx:pt idx="1476">69</cx:pt>
          <cx:pt idx="1477">57</cx:pt>
          <cx:pt idx="1478">59</cx:pt>
          <cx:pt idx="1479">63</cx:pt>
          <cx:pt idx="1480">57</cx:pt>
          <cx:pt idx="1481">51</cx:pt>
          <cx:pt idx="1482">59</cx:pt>
          <cx:pt idx="1483">57</cx:pt>
          <cx:pt idx="1484">60</cx:pt>
          <cx:pt idx="1485">64</cx:pt>
          <cx:pt idx="1486">61</cx:pt>
          <cx:pt idx="1487">68</cx:pt>
          <cx:pt idx="1488">67</cx:pt>
          <cx:pt idx="1489">72</cx:pt>
          <cx:pt idx="1490">60</cx:pt>
          <cx:pt idx="1491">52</cx:pt>
          <cx:pt idx="1492">66</cx:pt>
          <cx:pt idx="1493">60</cx:pt>
          <cx:pt idx="1494">58</cx:pt>
          <cx:pt idx="1495">52</cx:pt>
          <cx:pt idx="1496">64</cx:pt>
          <cx:pt idx="1497">57</cx:pt>
          <cx:pt idx="1498">77</cx:pt>
          <cx:pt idx="1499">65</cx:pt>
          <cx:pt idx="1500">59</cx:pt>
          <cx:pt idx="1501">71</cx:pt>
          <cx:pt idx="1502">79</cx:pt>
          <cx:pt idx="1503">58</cx:pt>
          <cx:pt idx="1504">82</cx:pt>
          <cx:pt idx="1505">74</cx:pt>
          <cx:pt idx="1506">65</cx:pt>
          <cx:pt idx="1507">61</cx:pt>
          <cx:pt idx="1508">82</cx:pt>
          <cx:pt idx="1509">64</cx:pt>
          <cx:pt idx="1510">74</cx:pt>
          <cx:pt idx="1511">77</cx:pt>
          <cx:pt idx="1512">81</cx:pt>
          <cx:pt idx="1513">77</cx:pt>
          <cx:pt idx="1514">63</cx:pt>
          <cx:pt idx="1515">76</cx:pt>
          <cx:pt idx="1516">62</cx:pt>
          <cx:pt idx="1517">70</cx:pt>
          <cx:pt idx="1518">67</cx:pt>
          <cx:pt idx="1519">67</cx:pt>
          <cx:pt idx="1520">67</cx:pt>
          <cx:pt idx="1521">77</cx:pt>
          <cx:pt idx="1522">64</cx:pt>
          <cx:pt idx="1523">74</cx:pt>
          <cx:pt idx="1524">82</cx:pt>
          <cx:pt idx="1525">76</cx:pt>
          <cx:pt idx="1526">73</cx:pt>
          <cx:pt idx="1527">66</cx:pt>
          <cx:pt idx="1528">64</cx:pt>
          <cx:pt idx="1529">58</cx:pt>
          <cx:pt idx="1530">55</cx:pt>
          <cx:pt idx="1531">65</cx:pt>
          <cx:pt idx="1532">71</cx:pt>
          <cx:pt idx="1533">59</cx:pt>
          <cx:pt idx="1534">66</cx:pt>
          <cx:pt idx="1535">54</cx:pt>
          <cx:pt idx="1536">74</cx:pt>
          <cx:pt idx="1537">52</cx:pt>
          <cx:pt idx="1538">66</cx:pt>
          <cx:pt idx="1539">77</cx:pt>
          <cx:pt idx="1540">83</cx:pt>
          <cx:pt idx="1541">76</cx:pt>
          <cx:pt idx="1542">63</cx:pt>
          <cx:pt idx="1543">57</cx:pt>
          <cx:pt idx="1544">59</cx:pt>
          <cx:pt idx="1545">65</cx:pt>
          <cx:pt idx="1546">62</cx:pt>
          <cx:pt idx="1547">50</cx:pt>
          <cx:pt idx="1548">66</cx:pt>
          <cx:pt idx="1549">83</cx:pt>
          <cx:pt idx="1550">63</cx:pt>
          <cx:pt idx="1551">73</cx:pt>
          <cx:pt idx="1552">55</cx:pt>
          <cx:pt idx="1553">72</cx:pt>
          <cx:pt idx="1554">70</cx:pt>
          <cx:pt idx="1555">79</cx:pt>
          <cx:pt idx="1556">70</cx:pt>
          <cx:pt idx="1557">67</cx:pt>
          <cx:pt idx="1558">67</cx:pt>
          <cx:pt idx="1559">63</cx:pt>
          <cx:pt idx="1560">72</cx:pt>
          <cx:pt idx="1561">74</cx:pt>
          <cx:pt idx="1562">70</cx:pt>
          <cx:pt idx="1563">70</cx:pt>
          <cx:pt idx="1564">65</cx:pt>
          <cx:pt idx="1565">80</cx:pt>
          <cx:pt idx="1566">65</cx:pt>
          <cx:pt idx="1567">64</cx:pt>
          <cx:pt idx="1568">79</cx:pt>
          <cx:pt idx="1569">68</cx:pt>
          <cx:pt idx="1570">70</cx:pt>
          <cx:pt idx="1571">76</cx:pt>
          <cx:pt idx="1572">79</cx:pt>
          <cx:pt idx="1573">66</cx:pt>
          <cx:pt idx="1574">62</cx:pt>
          <cx:pt idx="1575">74</cx:pt>
          <cx:pt idx="1576">75</cx:pt>
          <cx:pt idx="1577">70</cx:pt>
          <cx:pt idx="1578">63</cx:pt>
          <cx:pt idx="1579">87</cx:pt>
          <cx:pt idx="1580">62</cx:pt>
          <cx:pt idx="1581">58</cx:pt>
          <cx:pt idx="1582">70</cx:pt>
          <cx:pt idx="1583">74</cx:pt>
          <cx:pt idx="1584">66</cx:pt>
          <cx:pt idx="1585">68</cx:pt>
          <cx:pt idx="1586">62</cx:pt>
          <cx:pt idx="1587">77</cx:pt>
          <cx:pt idx="1588">65</cx:pt>
          <cx:pt idx="1589">60</cx:pt>
          <cx:pt idx="1590">58</cx:pt>
          <cx:pt idx="1591">71</cx:pt>
          <cx:pt idx="1592">63</cx:pt>
          <cx:pt idx="1593">64</cx:pt>
          <cx:pt idx="1594">76</cx:pt>
          <cx:pt idx="1595">75</cx:pt>
          <cx:pt idx="1596">65</cx:pt>
          <cx:pt idx="1597">62</cx:pt>
          <cx:pt idx="1598">63</cx:pt>
          <cx:pt idx="1599">64</cx:pt>
          <cx:pt idx="1600">61</cx:pt>
          <cx:pt idx="1601">82</cx:pt>
          <cx:pt idx="1602">63</cx:pt>
          <cx:pt idx="1603">61</cx:pt>
          <cx:pt idx="1604">73</cx:pt>
          <cx:pt idx="1605">66</cx:pt>
          <cx:pt idx="1606">55</cx:pt>
          <cx:pt idx="1607">74</cx:pt>
          <cx:pt idx="1608">81</cx:pt>
          <cx:pt idx="1609">61</cx:pt>
          <cx:pt idx="1610">61</cx:pt>
          <cx:pt idx="1611">78</cx:pt>
          <cx:pt idx="1612">65</cx:pt>
          <cx:pt idx="1613">80</cx:pt>
          <cx:pt idx="1614">59</cx:pt>
          <cx:pt idx="1615">75</cx:pt>
          <cx:pt idx="1616">76</cx:pt>
          <cx:pt idx="1617">71</cx:pt>
          <cx:pt idx="1618">80</cx:pt>
          <cx:pt idx="1619">61</cx:pt>
          <cx:pt idx="1620">69</cx:pt>
          <cx:pt idx="1621">50</cx:pt>
          <cx:pt idx="1622">51</cx:pt>
          <cx:pt idx="1623">72</cx:pt>
          <cx:pt idx="1624">53</cx:pt>
          <cx:pt idx="1625">74</cx:pt>
          <cx:pt idx="1626">55</cx:pt>
          <cx:pt idx="1627">57</cx:pt>
          <cx:pt idx="1628">62</cx:pt>
          <cx:pt idx="1629">79</cx:pt>
          <cx:pt idx="1630">79</cx:pt>
          <cx:pt idx="1631">67</cx:pt>
          <cx:pt idx="1632">55</cx:pt>
          <cx:pt idx="1633">71</cx:pt>
          <cx:pt idx="1634">70</cx:pt>
          <cx:pt idx="1635">82</cx:pt>
          <cx:pt idx="1636">58</cx:pt>
          <cx:pt idx="1637">85</cx:pt>
          <cx:pt idx="1638">79</cx:pt>
          <cx:pt idx="1639">66</cx:pt>
          <cx:pt idx="1640">70</cx:pt>
          <cx:pt idx="1641">74</cx:pt>
          <cx:pt idx="1642">73</cx:pt>
          <cx:pt idx="1643">81</cx:pt>
          <cx:pt idx="1644">79</cx:pt>
          <cx:pt idx="1645">82</cx:pt>
          <cx:pt idx="1646">79</cx:pt>
          <cx:pt idx="1647">80</cx:pt>
          <cx:pt idx="1648">68</cx:pt>
          <cx:pt idx="1649">51</cx:pt>
          <cx:pt idx="1650">73</cx:pt>
          <cx:pt idx="1651">78</cx:pt>
          <cx:pt idx="1652">89</cx:pt>
          <cx:pt idx="1653">59</cx:pt>
          <cx:pt idx="1654">67</cx:pt>
          <cx:pt idx="1655">58</cx:pt>
          <cx:pt idx="1656">68</cx:pt>
          <cx:pt idx="1657">62</cx:pt>
          <cx:pt idx="1658">71</cx:pt>
          <cx:pt idx="1659">66</cx:pt>
          <cx:pt idx="1660">57</cx:pt>
          <cx:pt idx="1661">51</cx:pt>
          <cx:pt idx="1662">77</cx:pt>
          <cx:pt idx="1663">79</cx:pt>
          <cx:pt idx="1664">53</cx:pt>
          <cx:pt idx="1665">54</cx:pt>
          <cx:pt idx="1666">54</cx:pt>
          <cx:pt idx="1667">55</cx:pt>
          <cx:pt idx="1668">59</cx:pt>
          <cx:pt idx="1669">67</cx:pt>
          <cx:pt idx="1670">71</cx:pt>
          <cx:pt idx="1671">80</cx:pt>
          <cx:pt idx="1672">63</cx:pt>
          <cx:pt idx="1673">60</cx:pt>
          <cx:pt idx="1674">84</cx:pt>
          <cx:pt idx="1675">75</cx:pt>
          <cx:pt idx="1676">57</cx:pt>
          <cx:pt idx="1677">74</cx:pt>
          <cx:pt idx="1678">69</cx:pt>
          <cx:pt idx="1679">73</cx:pt>
          <cx:pt idx="1680">73</cx:pt>
          <cx:pt idx="1681">72</cx:pt>
          <cx:pt idx="1682">81</cx:pt>
          <cx:pt idx="1683">82</cx:pt>
          <cx:pt idx="1684">83</cx:pt>
          <cx:pt idx="1685">73</cx:pt>
          <cx:pt idx="1686">80</cx:pt>
          <cx:pt idx="1687">67</cx:pt>
          <cx:pt idx="1688">78</cx:pt>
          <cx:pt idx="1689">69</cx:pt>
          <cx:pt idx="1690">79</cx:pt>
          <cx:pt idx="1691">77</cx:pt>
          <cx:pt idx="1692">67</cx:pt>
          <cx:pt idx="1693">54</cx:pt>
          <cx:pt idx="1694">81</cx:pt>
          <cx:pt idx="1695">64</cx:pt>
          <cx:pt idx="1696">81</cx:pt>
          <cx:pt idx="1697">66</cx:pt>
          <cx:pt idx="1698">77</cx:pt>
          <cx:pt idx="1699">64</cx:pt>
          <cx:pt idx="1700">71</cx:pt>
          <cx:pt idx="1701">70</cx:pt>
          <cx:pt idx="1702">78</cx:pt>
          <cx:pt idx="1703">51</cx:pt>
          <cx:pt idx="1704">77</cx:pt>
          <cx:pt idx="1705">59</cx:pt>
          <cx:pt idx="1706">68</cx:pt>
          <cx:pt idx="1707">58</cx:pt>
          <cx:pt idx="1708">66</cx:pt>
          <cx:pt idx="1709">67</cx:pt>
          <cx:pt idx="1710">84</cx:pt>
          <cx:pt idx="1711">80</cx:pt>
          <cx:pt idx="1712">77</cx:pt>
          <cx:pt idx="1713">68</cx:pt>
          <cx:pt idx="1714">70</cx:pt>
          <cx:pt idx="1715">71</cx:pt>
          <cx:pt idx="1716">70</cx:pt>
          <cx:pt idx="1717">75</cx:pt>
          <cx:pt idx="1718">68</cx:pt>
          <cx:pt idx="1719">56</cx:pt>
          <cx:pt idx="1720">81</cx:pt>
          <cx:pt idx="1721">82</cx:pt>
          <cx:pt idx="1722">80</cx:pt>
          <cx:pt idx="1723">51</cx:pt>
          <cx:pt idx="1724">68</cx:pt>
          <cx:pt idx="1725">71</cx:pt>
          <cx:pt idx="1726">78</cx:pt>
          <cx:pt idx="1727">68</cx:pt>
          <cx:pt idx="1728">73</cx:pt>
          <cx:pt idx="1729">62</cx:pt>
          <cx:pt idx="1730">59</cx:pt>
          <cx:pt idx="1731">66</cx:pt>
          <cx:pt idx="1732">67</cx:pt>
          <cx:pt idx="1733">71</cx:pt>
          <cx:pt idx="1734">60</cx:pt>
          <cx:pt idx="1735">59</cx:pt>
          <cx:pt idx="1736">72</cx:pt>
          <cx:pt idx="1737">76</cx:pt>
          <cx:pt idx="1738">88</cx:pt>
          <cx:pt idx="1739">71</cx:pt>
          <cx:pt idx="1740">85</cx:pt>
          <cx:pt idx="1741">66</cx:pt>
          <cx:pt idx="1742">59</cx:pt>
          <cx:pt idx="1743">62</cx:pt>
          <cx:pt idx="1744">75</cx:pt>
          <cx:pt idx="1745">77</cx:pt>
          <cx:pt idx="1746">80</cx:pt>
          <cx:pt idx="1747">61</cx:pt>
          <cx:pt idx="1748">84</cx:pt>
          <cx:pt idx="1749">78</cx:pt>
          <cx:pt idx="1750">82</cx:pt>
          <cx:pt idx="1751">67</cx:pt>
          <cx:pt idx="1752">63</cx:pt>
          <cx:pt idx="1753">83</cx:pt>
          <cx:pt idx="1754">58</cx:pt>
          <cx:pt idx="1755">78</cx:pt>
          <cx:pt idx="1756">75</cx:pt>
          <cx:pt idx="1757">70</cx:pt>
          <cx:pt idx="1758">67</cx:pt>
          <cx:pt idx="1759">65</cx:pt>
          <cx:pt idx="1760">69</cx:pt>
          <cx:pt idx="1761">63</cx:pt>
          <cx:pt idx="1762">59</cx:pt>
          <cx:pt idx="1763">64</cx:pt>
          <cx:pt idx="1764">78</cx:pt>
          <cx:pt idx="1765">56</cx:pt>
          <cx:pt idx="1766">55</cx:pt>
          <cx:pt idx="1767">69</cx:pt>
          <cx:pt idx="1768">55</cx:pt>
          <cx:pt idx="1769">80</cx:pt>
          <cx:pt idx="1770">55</cx:pt>
          <cx:pt idx="1771">76</cx:pt>
          <cx:pt idx="1772">80</cx:pt>
          <cx:pt idx="1773">74</cx:pt>
          <cx:pt idx="1774">51</cx:pt>
          <cx:pt idx="1775">65</cx:pt>
          <cx:pt idx="1776">60</cx:pt>
          <cx:pt idx="1777">81</cx:pt>
          <cx:pt idx="1778">60</cx:pt>
          <cx:pt idx="1779">64</cx:pt>
          <cx:pt idx="1780">71</cx:pt>
          <cx:pt idx="1781">72</cx:pt>
          <cx:pt idx="1782">53</cx:pt>
          <cx:pt idx="1783">59</cx:pt>
          <cx:pt idx="1784">60</cx:pt>
          <cx:pt idx="1785">58</cx:pt>
          <cx:pt idx="1786">69</cx:pt>
          <cx:pt idx="1787">78</cx:pt>
          <cx:pt idx="1788">77</cx:pt>
          <cx:pt idx="1789">68</cx:pt>
          <cx:pt idx="1790">64</cx:pt>
          <cx:pt idx="1791">85</cx:pt>
          <cx:pt idx="1792">64</cx:pt>
          <cx:pt idx="1793">78</cx:pt>
          <cx:pt idx="1794">73</cx:pt>
          <cx:pt idx="1795">69</cx:pt>
          <cx:pt idx="1796">84</cx:pt>
          <cx:pt idx="1797">82</cx:pt>
          <cx:pt idx="1798">76</cx:pt>
          <cx:pt idx="1799">60</cx:pt>
          <cx:pt idx="1800">60</cx:pt>
          <cx:pt idx="1801">59</cx:pt>
          <cx:pt idx="1802">73</cx:pt>
          <cx:pt idx="1803">70</cx:pt>
          <cx:pt idx="1804">77</cx:pt>
          <cx:pt idx="1805">67</cx:pt>
          <cx:pt idx="1806">81</cx:pt>
          <cx:pt idx="1807">77</cx:pt>
          <cx:pt idx="1808">53</cx:pt>
          <cx:pt idx="1809">86</cx:pt>
          <cx:pt idx="1810">85</cx:pt>
          <cx:pt idx="1811">56</cx:pt>
          <cx:pt idx="1812">80</cx:pt>
          <cx:pt idx="1813">58</cx:pt>
          <cx:pt idx="1814">77</cx:pt>
          <cx:pt idx="1815">83</cx:pt>
          <cx:pt idx="1816">82</cx:pt>
          <cx:pt idx="1817">77</cx:pt>
          <cx:pt idx="1818">79</cx:pt>
          <cx:pt idx="1819">86</cx:pt>
          <cx:pt idx="1820">63</cx:pt>
          <cx:pt idx="1821">54</cx:pt>
          <cx:pt idx="1822">56</cx:pt>
          <cx:pt idx="1823">59</cx:pt>
          <cx:pt idx="1824">50</cx:pt>
          <cx:pt idx="1825">54</cx:pt>
          <cx:pt idx="1826">60</cx:pt>
          <cx:pt idx="1827">54</cx:pt>
          <cx:pt idx="1828">54</cx:pt>
          <cx:pt idx="1829">74</cx:pt>
          <cx:pt idx="1830">69</cx:pt>
          <cx:pt idx="1831">85</cx:pt>
          <cx:pt idx="1832">67</cx:pt>
          <cx:pt idx="1833">82</cx:pt>
          <cx:pt idx="1834">77</cx:pt>
          <cx:pt idx="1835">78</cx:pt>
          <cx:pt idx="1836">56</cx:pt>
          <cx:pt idx="1837">79</cx:pt>
          <cx:pt idx="1838">61</cx:pt>
          <cx:pt idx="1839">57</cx:pt>
          <cx:pt idx="1840">78</cx:pt>
          <cx:pt idx="1841">88</cx:pt>
          <cx:pt idx="1842">57</cx:pt>
          <cx:pt idx="1843">88</cx:pt>
          <cx:pt idx="1844">73</cx:pt>
          <cx:pt idx="1845">64</cx:pt>
          <cx:pt idx="1846">65</cx:pt>
          <cx:pt idx="1847">60</cx:pt>
          <cx:pt idx="1848">75</cx:pt>
          <cx:pt idx="1849">59</cx:pt>
          <cx:pt idx="1850">62</cx:pt>
          <cx:pt idx="1851">62</cx:pt>
          <cx:pt idx="1852">59</cx:pt>
          <cx:pt idx="1853">77</cx:pt>
          <cx:pt idx="1854">63</cx:pt>
          <cx:pt idx="1855">53</cx:pt>
          <cx:pt idx="1856">66</cx:pt>
          <cx:pt idx="1857">61</cx:pt>
          <cx:pt idx="1858">60</cx:pt>
          <cx:pt idx="1859">73</cx:pt>
          <cx:pt idx="1860">53</cx:pt>
          <cx:pt idx="1861">75</cx:pt>
          <cx:pt idx="1862">56</cx:pt>
          <cx:pt idx="1863">76</cx:pt>
          <cx:pt idx="1864">55</cx:pt>
          <cx:pt idx="1865">52</cx:pt>
          <cx:pt idx="1866">79</cx:pt>
          <cx:pt idx="1867">67</cx:pt>
          <cx:pt idx="1868">65</cx:pt>
          <cx:pt idx="1869">56</cx:pt>
          <cx:pt idx="1870">71</cx:pt>
          <cx:pt idx="1871">59</cx:pt>
          <cx:pt idx="1872">55</cx:pt>
          <cx:pt idx="1873">59</cx:pt>
          <cx:pt idx="1874">55</cx:pt>
          <cx:pt idx="1875">55</cx:pt>
          <cx:pt idx="1876">63</cx:pt>
          <cx:pt idx="1877">63</cx:pt>
          <cx:pt idx="1878">61</cx:pt>
          <cx:pt idx="1879">61</cx:pt>
          <cx:pt idx="1880">58</cx:pt>
          <cx:pt idx="1881">58</cx:pt>
          <cx:pt idx="1882">61</cx:pt>
          <cx:pt idx="1883">60</cx:pt>
          <cx:pt idx="1884">77</cx:pt>
          <cx:pt idx="1885">81</cx:pt>
          <cx:pt idx="1886">62</cx:pt>
          <cx:pt idx="1887">64</cx:pt>
          <cx:pt idx="1888">69</cx:pt>
          <cx:pt idx="1889">66</cx:pt>
          <cx:pt idx="1890">74</cx:pt>
          <cx:pt idx="1891">79</cx:pt>
          <cx:pt idx="1892">63</cx:pt>
          <cx:pt idx="1893">77</cx:pt>
          <cx:pt idx="1894">86</cx:pt>
          <cx:pt idx="1895">79</cx:pt>
          <cx:pt idx="1896">81</cx:pt>
          <cx:pt idx="1897">87</cx:pt>
          <cx:pt idx="1898">74</cx:pt>
          <cx:pt idx="1899">80</cx:pt>
          <cx:pt idx="1900">82</cx:pt>
          <cx:pt idx="1901">64</cx:pt>
          <cx:pt idx="1902">70</cx:pt>
          <cx:pt idx="1903">62</cx:pt>
          <cx:pt idx="1904">62</cx:pt>
          <cx:pt idx="1905">74</cx:pt>
          <cx:pt idx="1906">67</cx:pt>
          <cx:pt idx="1907">77</cx:pt>
          <cx:pt idx="1908">85</cx:pt>
          <cx:pt idx="1909">79</cx:pt>
          <cx:pt idx="1910">79</cx:pt>
          <cx:pt idx="1911">65</cx:pt>
          <cx:pt idx="1912">78</cx:pt>
          <cx:pt idx="1913">61</cx:pt>
          <cx:pt idx="1914">65</cx:pt>
          <cx:pt idx="1915">75</cx:pt>
          <cx:pt idx="1916">58</cx:pt>
          <cx:pt idx="1917">68</cx:pt>
          <cx:pt idx="1918">63</cx:pt>
          <cx:pt idx="1919">55</cx:pt>
          <cx:pt idx="1920">53</cx:pt>
          <cx:pt idx="1921">58</cx:pt>
          <cx:pt idx="1922">63</cx:pt>
          <cx:pt idx="1923">64</cx:pt>
          <cx:pt idx="1924">69</cx:pt>
          <cx:pt idx="1925">84</cx:pt>
          <cx:pt idx="1926">66</cx:pt>
          <cx:pt idx="1927">64</cx:pt>
          <cx:pt idx="1928">64</cx:pt>
          <cx:pt idx="1929">62</cx:pt>
          <cx:pt idx="1930">57</cx:pt>
          <cx:pt idx="1931">86</cx:pt>
          <cx:pt idx="1932">84</cx:pt>
          <cx:pt idx="1933">82</cx:pt>
          <cx:pt idx="1934">77</cx:pt>
          <cx:pt idx="1935">86</cx:pt>
          <cx:pt idx="1936">77</cx:pt>
          <cx:pt idx="1937">68</cx:pt>
          <cx:pt idx="1938">67</cx:pt>
          <cx:pt idx="1939">69</cx:pt>
          <cx:pt idx="1940">67</cx:pt>
          <cx:pt idx="1941">76</cx:pt>
          <cx:pt idx="1942">78</cx:pt>
          <cx:pt idx="1943">72</cx:pt>
          <cx:pt idx="1944">60</cx:pt>
          <cx:pt idx="1945">58</cx:pt>
          <cx:pt idx="1946">64</cx:pt>
          <cx:pt idx="1947">60</cx:pt>
          <cx:pt idx="1948">56</cx:pt>
          <cx:pt idx="1949">79</cx:pt>
          <cx:pt idx="1950">66</cx:pt>
          <cx:pt idx="1951">61</cx:pt>
          <cx:pt idx="1952">61</cx:pt>
          <cx:pt idx="1953">62</cx:pt>
          <cx:pt idx="1954">53</cx:pt>
          <cx:pt idx="1955">62</cx:pt>
          <cx:pt idx="1956">75</cx:pt>
          <cx:pt idx="1957">80</cx:pt>
          <cx:pt idx="1958">67</cx:pt>
          <cx:pt idx="1959">72</cx:pt>
          <cx:pt idx="1960">73</cx:pt>
          <cx:pt idx="1961">65</cx:pt>
          <cx:pt idx="1962">62</cx:pt>
          <cx:pt idx="1963">66</cx:pt>
          <cx:pt idx="1964">72</cx:pt>
          <cx:pt idx="1965">57</cx:pt>
          <cx:pt idx="1966">76</cx:pt>
          <cx:pt idx="1967">73</cx:pt>
          <cx:pt idx="1968">59</cx:pt>
          <cx:pt idx="1969">68</cx:pt>
          <cx:pt idx="1970">64</cx:pt>
          <cx:pt idx="1971">62</cx:pt>
          <cx:pt idx="1972">61</cx:pt>
          <cx:pt idx="1973">63</cx:pt>
          <cx:pt idx="1974">58</cx:pt>
          <cx:pt idx="1975">80</cx:pt>
          <cx:pt idx="1976">59</cx:pt>
          <cx:pt idx="1977">80</cx:pt>
          <cx:pt idx="1978">63</cx:pt>
          <cx:pt idx="1979">60</cx:pt>
          <cx:pt idx="1980">78</cx:pt>
          <cx:pt idx="1981">60</cx:pt>
          <cx:pt idx="1982">60</cx:pt>
          <cx:pt idx="1983">69</cx:pt>
          <cx:pt idx="1984">62</cx:pt>
          <cx:pt idx="1985">63</cx:pt>
          <cx:pt idx="1986">61</cx:pt>
          <cx:pt idx="1987">56</cx:pt>
          <cx:pt idx="1988">64</cx:pt>
          <cx:pt idx="1989">56</cx:pt>
          <cx:pt idx="1990">66</cx:pt>
          <cx:pt idx="1991">68</cx:pt>
          <cx:pt idx="1992">82</cx:pt>
          <cx:pt idx="1993">83</cx:pt>
          <cx:pt idx="1994">53</cx:pt>
          <cx:pt idx="1995">59</cx:pt>
          <cx:pt idx="1996">73</cx:pt>
          <cx:pt idx="1997">62</cx:pt>
          <cx:pt idx="1998">80</cx:pt>
          <cx:pt idx="1999">78</cx:pt>
          <cx:pt idx="2000">81</cx:pt>
          <cx:pt idx="2001">56</cx:pt>
          <cx:pt idx="2002">67</cx:pt>
          <cx:pt idx="2003">82</cx:pt>
          <cx:pt idx="2004">53</cx:pt>
          <cx:pt idx="2005">54</cx:pt>
          <cx:pt idx="2006">60</cx:pt>
          <cx:pt idx="2007">63</cx:pt>
          <cx:pt idx="2008">73</cx:pt>
          <cx:pt idx="2009">80</cx:pt>
          <cx:pt idx="2010">55</cx:pt>
          <cx:pt idx="2011">70</cx:pt>
          <cx:pt idx="2012">57</cx:pt>
          <cx:pt idx="2013">65</cx:pt>
          <cx:pt idx="2014">67</cx:pt>
          <cx:pt idx="2015">62</cx:pt>
          <cx:pt idx="2016">58</cx:pt>
          <cx:pt idx="2017">85</cx:pt>
          <cx:pt idx="2018">78</cx:pt>
          <cx:pt idx="2019">77</cx:pt>
          <cx:pt idx="2020">82</cx:pt>
          <cx:pt idx="2021">62</cx:pt>
          <cx:pt idx="2022">53</cx:pt>
          <cx:pt idx="2023">52</cx:pt>
          <cx:pt idx="2024">76</cx:pt>
          <cx:pt idx="2025">79</cx:pt>
          <cx:pt idx="2026">78</cx:pt>
          <cx:pt idx="2027">81</cx:pt>
          <cx:pt idx="2028">77</cx:pt>
          <cx:pt idx="2029">56</cx:pt>
          <cx:pt idx="2030">85</cx:pt>
          <cx:pt idx="2031">81</cx:pt>
          <cx:pt idx="2032">56</cx:pt>
          <cx:pt idx="2033">69</cx:pt>
          <cx:pt idx="2034">79</cx:pt>
          <cx:pt idx="2035">81</cx:pt>
          <cx:pt idx="2036">73</cx:pt>
          <cx:pt idx="2037">70</cx:pt>
          <cx:pt idx="2038">53</cx:pt>
          <cx:pt idx="2039">61</cx:pt>
          <cx:pt idx="2040">69</cx:pt>
          <cx:pt idx="2041">82</cx:pt>
          <cx:pt idx="2042">75</cx:pt>
          <cx:pt idx="2043">72</cx:pt>
          <cx:pt idx="2044">53</cx:pt>
          <cx:pt idx="2045">66</cx:pt>
          <cx:pt idx="2046">79</cx:pt>
          <cx:pt idx="2047">76</cx:pt>
          <cx:pt idx="2048">64</cx:pt>
          <cx:pt idx="2049">83</cx:pt>
          <cx:pt idx="2050">58</cx:pt>
          <cx:pt idx="2051">54</cx:pt>
          <cx:pt idx="2052">60</cx:pt>
          <cx:pt idx="2053">53</cx:pt>
          <cx:pt idx="2054">62</cx:pt>
          <cx:pt idx="2055">50</cx:pt>
          <cx:pt idx="2056">51</cx:pt>
          <cx:pt idx="2057">85</cx:pt>
          <cx:pt idx="2058">57</cx:pt>
          <cx:pt idx="2059">53</cx:pt>
          <cx:pt idx="2060">62</cx:pt>
          <cx:pt idx="2061">69</cx:pt>
          <cx:pt idx="2062">53</cx:pt>
          <cx:pt idx="2063">73</cx:pt>
          <cx:pt idx="2064">64</cx:pt>
          <cx:pt idx="2065">72</cx:pt>
          <cx:pt idx="2066">69</cx:pt>
          <cx:pt idx="2067">62</cx:pt>
          <cx:pt idx="2068">57</cx:pt>
          <cx:pt idx="2069">71</cx:pt>
          <cx:pt idx="2070">53</cx:pt>
          <cx:pt idx="2071">72</cx:pt>
          <cx:pt idx="2072">51</cx:pt>
          <cx:pt idx="2073">59</cx:pt>
          <cx:pt idx="2074">69</cx:pt>
          <cx:pt idx="2075">53</cx:pt>
          <cx:pt idx="2076">71</cx:pt>
          <cx:pt idx="2077">61</cx:pt>
          <cx:pt idx="2078">65</cx:pt>
          <cx:pt idx="2079">65</cx:pt>
          <cx:pt idx="2080">78</cx:pt>
          <cx:pt idx="2081">78</cx:pt>
          <cx:pt idx="2082">72</cx:pt>
          <cx:pt idx="2083">77</cx:pt>
          <cx:pt idx="2084">63</cx:pt>
          <cx:pt idx="2085">69</cx:pt>
          <cx:pt idx="2086">78</cx:pt>
          <cx:pt idx="2087">71</cx:pt>
          <cx:pt idx="2088">67</cx:pt>
          <cx:pt idx="2089">65</cx:pt>
          <cx:pt idx="2090">77</cx:pt>
          <cx:pt idx="2091">62</cx:pt>
          <cx:pt idx="2092">61</cx:pt>
          <cx:pt idx="2093">64</cx:pt>
          <cx:pt idx="2094">64</cx:pt>
          <cx:pt idx="2095">59</cx:pt>
          <cx:pt idx="2096">56</cx:pt>
          <cx:pt idx="2097">76</cx:pt>
          <cx:pt idx="2098">57</cx:pt>
          <cx:pt idx="2099">76</cx:pt>
          <cx:pt idx="2100">84</cx:pt>
          <cx:pt idx="2101">55</cx:pt>
          <cx:pt idx="2102">74</cx:pt>
          <cx:pt idx="2103">64</cx:pt>
          <cx:pt idx="2104">50</cx:pt>
          <cx:pt idx="2105">65</cx:pt>
          <cx:pt idx="2106">66</cx:pt>
          <cx:pt idx="2107">79</cx:pt>
          <cx:pt idx="2108">58</cx:pt>
          <cx:pt idx="2109">79</cx:pt>
          <cx:pt idx="2110">70</cx:pt>
          <cx:pt idx="2111">68</cx:pt>
          <cx:pt idx="2112">66</cx:pt>
          <cx:pt idx="2113">61</cx:pt>
          <cx:pt idx="2114">79</cx:pt>
          <cx:pt idx="2115">81</cx:pt>
          <cx:pt idx="2116">83</cx:pt>
          <cx:pt idx="2117">78</cx:pt>
          <cx:pt idx="2118">68</cx:pt>
          <cx:pt idx="2119">79</cx:pt>
          <cx:pt idx="2120">63</cx:pt>
          <cx:pt idx="2121">77</cx:pt>
          <cx:pt idx="2122">69</cx:pt>
          <cx:pt idx="2123">58</cx:pt>
          <cx:pt idx="2124">68</cx:pt>
          <cx:pt idx="2125">74</cx:pt>
          <cx:pt idx="2126">62</cx:pt>
          <cx:pt idx="2127">67</cx:pt>
          <cx:pt idx="2128">52</cx:pt>
          <cx:pt idx="2129">57</cx:pt>
          <cx:pt idx="2130">67</cx:pt>
          <cx:pt idx="2131">56</cx:pt>
          <cx:pt idx="2132">78</cx:pt>
          <cx:pt idx="2133">56</cx:pt>
          <cx:pt idx="2134">61</cx:pt>
          <cx:pt idx="2135">56</cx:pt>
          <cx:pt idx="2136">76</cx:pt>
          <cx:pt idx="2137">71</cx:pt>
          <cx:pt idx="2138">56</cx:pt>
          <cx:pt idx="2139">66</cx:pt>
          <cx:pt idx="2140">86</cx:pt>
          <cx:pt idx="2141">58</cx:pt>
          <cx:pt idx="2142">70</cx:pt>
          <cx:pt idx="2143">60</cx:pt>
          <cx:pt idx="2144">74</cx:pt>
          <cx:pt idx="2145">72</cx:pt>
          <cx:pt idx="2146">72</cx:pt>
          <cx:pt idx="2147">65</cx:pt>
          <cx:pt idx="2148">58</cx:pt>
          <cx:pt idx="2149">66</cx:pt>
          <cx:pt idx="2150">77</cx:pt>
          <cx:pt idx="2151">73</cx:pt>
          <cx:pt idx="2152">61</cx:pt>
          <cx:pt idx="2153">65</cx:pt>
          <cx:pt idx="2154">83</cx:pt>
          <cx:pt idx="2155">65</cx:pt>
          <cx:pt idx="2156">58</cx:pt>
          <cx:pt idx="2157">80</cx:pt>
          <cx:pt idx="2158">73</cx:pt>
          <cx:pt idx="2159">73</cx:pt>
          <cx:pt idx="2160">69</cx:pt>
          <cx:pt idx="2161">71</cx:pt>
          <cx:pt idx="2162">76</cx:pt>
          <cx:pt idx="2163">67</cx:pt>
          <cx:pt idx="2164">72</cx:pt>
          <cx:pt idx="2165">71</cx:pt>
          <cx:pt idx="2166">56</cx:pt>
          <cx:pt idx="2167">62</cx:pt>
          <cx:pt idx="2168">82</cx:pt>
          <cx:pt idx="2169">74</cx:pt>
          <cx:pt idx="2170">81</cx:pt>
          <cx:pt idx="2171">77</cx:pt>
          <cx:pt idx="2172">64</cx:pt>
          <cx:pt idx="2173">75</cx:pt>
          <cx:pt idx="2174">87</cx:pt>
          <cx:pt idx="2175">54</cx:pt>
          <cx:pt idx="2176">73</cx:pt>
          <cx:pt idx="2177">56</cx:pt>
          <cx:pt idx="2178">76</cx:pt>
          <cx:pt idx="2179">76</cx:pt>
          <cx:pt idx="2180">60</cx:pt>
          <cx:pt idx="2181">53</cx:pt>
          <cx:pt idx="2182">73</cx:pt>
          <cx:pt idx="2183">70</cx:pt>
          <cx:pt idx="2184">54</cx:pt>
          <cx:pt idx="2185">56</cx:pt>
          <cx:pt idx="2186">72</cx:pt>
          <cx:pt idx="2187">55</cx:pt>
          <cx:pt idx="2188">64</cx:pt>
          <cx:pt idx="2189">77</cx:pt>
          <cx:pt idx="2190">82</cx:pt>
          <cx:pt idx="2191">84</cx:pt>
          <cx:pt idx="2192">62</cx:pt>
          <cx:pt idx="2193">71</cx:pt>
          <cx:pt idx="2194">65</cx:pt>
          <cx:pt idx="2195">74</cx:pt>
          <cx:pt idx="2196">68</cx:pt>
          <cx:pt idx="2197">63</cx:pt>
          <cx:pt idx="2198">84</cx:pt>
          <cx:pt idx="2199">70</cx:pt>
          <cx:pt idx="2200">74</cx:pt>
          <cx:pt idx="2201">73</cx:pt>
          <cx:pt idx="2202">84</cx:pt>
          <cx:pt idx="2203">71</cx:pt>
          <cx:pt idx="2204">80</cx:pt>
          <cx:pt idx="2205">76</cx:pt>
          <cx:pt idx="2206">89</cx:pt>
          <cx:pt idx="2207">78</cx:pt>
          <cx:pt idx="2208">65</cx:pt>
          <cx:pt idx="2209">64</cx:pt>
          <cx:pt idx="2210">70</cx:pt>
          <cx:pt idx="2211">65</cx:pt>
          <cx:pt idx="2212">51</cx:pt>
          <cx:pt idx="2213">58</cx:pt>
          <cx:pt idx="2214">75</cx:pt>
          <cx:pt idx="2215">76</cx:pt>
          <cx:pt idx="2216">74</cx:pt>
          <cx:pt idx="2217">73</cx:pt>
          <cx:pt idx="2218">75</cx:pt>
          <cx:pt idx="2219">69</cx:pt>
          <cx:pt idx="2220">78</cx:pt>
          <cx:pt idx="2221">77</cx:pt>
          <cx:pt idx="2222">51</cx:pt>
          <cx:pt idx="2223">81</cx:pt>
          <cx:pt idx="2224">69</cx:pt>
          <cx:pt idx="2225">83</cx:pt>
          <cx:pt idx="2226">72</cx:pt>
          <cx:pt idx="2227">64</cx:pt>
          <cx:pt idx="2228">79</cx:pt>
          <cx:pt idx="2229">69</cx:pt>
          <cx:pt idx="2230">77</cx:pt>
          <cx:pt idx="2231">71</cx:pt>
          <cx:pt idx="2232">62</cx:pt>
          <cx:pt idx="2233">77</cx:pt>
          <cx:pt idx="2234">72</cx:pt>
          <cx:pt idx="2235">62</cx:pt>
          <cx:pt idx="2236">50</cx:pt>
          <cx:pt idx="2237">64</cx:pt>
          <cx:pt idx="2238">63</cx:pt>
          <cx:pt idx="2239">71</cx:pt>
          <cx:pt idx="2240">80</cx:pt>
          <cx:pt idx="2241">85</cx:pt>
          <cx:pt idx="2242">60</cx:pt>
          <cx:pt idx="2243">69</cx:pt>
          <cx:pt idx="2244">65</cx:pt>
          <cx:pt idx="2245">56</cx:pt>
          <cx:pt idx="2246">53</cx:pt>
          <cx:pt idx="2247">54</cx:pt>
          <cx:pt idx="2248">64</cx:pt>
          <cx:pt idx="2249">74</cx:pt>
          <cx:pt idx="2250">79</cx:pt>
          <cx:pt idx="2251">84</cx:pt>
          <cx:pt idx="2252">64</cx:pt>
          <cx:pt idx="2253">67</cx:pt>
          <cx:pt idx="2254">74</cx:pt>
          <cx:pt idx="2255">71</cx:pt>
          <cx:pt idx="2256">62</cx:pt>
          <cx:pt idx="2257">64</cx:pt>
          <cx:pt idx="2258">86</cx:pt>
          <cx:pt idx="2259">68</cx:pt>
          <cx:pt idx="2260">60</cx:pt>
          <cx:pt idx="2261">82</cx:pt>
          <cx:pt idx="2262">73</cx:pt>
          <cx:pt idx="2263">54</cx:pt>
          <cx:pt idx="2264">73</cx:pt>
          <cx:pt idx="2265">61</cx:pt>
          <cx:pt idx="2266">80</cx:pt>
          <cx:pt idx="2267">82</cx:pt>
          <cx:pt idx="2268">85</cx:pt>
          <cx:pt idx="2269">71</cx:pt>
          <cx:pt idx="2270">58</cx:pt>
          <cx:pt idx="2271">65</cx:pt>
          <cx:pt idx="2272">74</cx:pt>
          <cx:pt idx="2273">54</cx:pt>
          <cx:pt idx="2274">61</cx:pt>
          <cx:pt idx="2275">73</cx:pt>
          <cx:pt idx="2276">55</cx:pt>
          <cx:pt idx="2277">66</cx:pt>
          <cx:pt idx="2278">50</cx:pt>
          <cx:pt idx="2279">54</cx:pt>
          <cx:pt idx="2280">54</cx:pt>
          <cx:pt idx="2281">63</cx:pt>
          <cx:pt idx="2282">73</cx:pt>
          <cx:pt idx="2283">56</cx:pt>
          <cx:pt idx="2284">60</cx:pt>
          <cx:pt idx="2285">81</cx:pt>
          <cx:pt idx="2286">58</cx:pt>
          <cx:pt idx="2287">59</cx:pt>
          <cx:pt idx="2288">69</cx:pt>
          <cx:pt idx="2289">81</cx:pt>
          <cx:pt idx="2290">65</cx:pt>
          <cx:pt idx="2291">75</cx:pt>
          <cx:pt idx="2292">70</cx:pt>
          <cx:pt idx="2293">74</cx:pt>
          <cx:pt idx="2294">59</cx:pt>
          <cx:pt idx="2295">83</cx:pt>
          <cx:pt idx="2296">79</cx:pt>
          <cx:pt idx="2297">72</cx:pt>
          <cx:pt idx="2298">79</cx:pt>
          <cx:pt idx="2299">76</cx:pt>
          <cx:pt idx="2300">80</cx:pt>
          <cx:pt idx="2301">81</cx:pt>
          <cx:pt idx="2302">80</cx:pt>
          <cx:pt idx="2303">84</cx:pt>
          <cx:pt idx="2304">50</cx:pt>
          <cx:pt idx="2305">59</cx:pt>
          <cx:pt idx="2306">66</cx:pt>
          <cx:pt idx="2307">80</cx:pt>
          <cx:pt idx="2308">61</cx:pt>
          <cx:pt idx="2309">78</cx:pt>
          <cx:pt idx="2310">83</cx:pt>
          <cx:pt idx="2311">85</cx:pt>
          <cx:pt idx="2312">57</cx:pt>
          <cx:pt idx="2313">63</cx:pt>
          <cx:pt idx="2314">55</cx:pt>
          <cx:pt idx="2315">51</cx:pt>
          <cx:pt idx="2316">57</cx:pt>
          <cx:pt idx="2317">70</cx:pt>
          <cx:pt idx="2318">60</cx:pt>
          <cx:pt idx="2319">63</cx:pt>
          <cx:pt idx="2320">71</cx:pt>
          <cx:pt idx="2321">67</cx:pt>
          <cx:pt idx="2322">73</cx:pt>
          <cx:pt idx="2323">56</cx:pt>
          <cx:pt idx="2324">81</cx:pt>
          <cx:pt idx="2325">77</cx:pt>
          <cx:pt idx="2326">64</cx:pt>
          <cx:pt idx="2327">78</cx:pt>
          <cx:pt idx="2328">69</cx:pt>
          <cx:pt idx="2329">83</cx:pt>
          <cx:pt idx="2330">59</cx:pt>
          <cx:pt idx="2331">56</cx:pt>
          <cx:pt idx="2332">63</cx:pt>
          <cx:pt idx="2333">86</cx:pt>
          <cx:pt idx="2334">54</cx:pt>
          <cx:pt idx="2335">68</cx:pt>
          <cx:pt idx="2336">71</cx:pt>
          <cx:pt idx="2337">50</cx:pt>
          <cx:pt idx="2338">53</cx:pt>
          <cx:pt idx="2339">59</cx:pt>
          <cx:pt idx="2340">59</cx:pt>
          <cx:pt idx="2341">66</cx:pt>
          <cx:pt idx="2342">84</cx:pt>
          <cx:pt idx="2343">55</cx:pt>
          <cx:pt idx="2344">57</cx:pt>
          <cx:pt idx="2345">66</cx:pt>
          <cx:pt idx="2346">78</cx:pt>
          <cx:pt idx="2347">69</cx:pt>
          <cx:pt idx="2348">86</cx:pt>
          <cx:pt idx="2349">61</cx:pt>
          <cx:pt idx="2350">68</cx:pt>
          <cx:pt idx="2351">85</cx:pt>
          <cx:pt idx="2352">75</cx:pt>
          <cx:pt idx="2353">72</cx:pt>
          <cx:pt idx="2354">82</cx:pt>
          <cx:pt idx="2355">57</cx:pt>
          <cx:pt idx="2356">85</cx:pt>
          <cx:pt idx="2357">66</cx:pt>
          <cx:pt idx="2358">70</cx:pt>
          <cx:pt idx="2359">85</cx:pt>
          <cx:pt idx="2360">75</cx:pt>
          <cx:pt idx="2361">82</cx:pt>
          <cx:pt idx="2362">52</cx:pt>
          <cx:pt idx="2363">82</cx:pt>
          <cx:pt idx="2364">64</cx:pt>
          <cx:pt idx="2365">60</cx:pt>
          <cx:pt idx="2366">51</cx:pt>
          <cx:pt idx="2367">52</cx:pt>
          <cx:pt idx="2368">56</cx:pt>
          <cx:pt idx="2369">79</cx:pt>
          <cx:pt idx="2370">80</cx:pt>
          <cx:pt idx="2371">79</cx:pt>
          <cx:pt idx="2372">62</cx:pt>
          <cx:pt idx="2373">74</cx:pt>
          <cx:pt idx="2374">54</cx:pt>
          <cx:pt idx="2375">57</cx:pt>
          <cx:pt idx="2376">50</cx:pt>
          <cx:pt idx="2377">63</cx:pt>
          <cx:pt idx="2378">52</cx:pt>
          <cx:pt idx="2379">51</cx:pt>
          <cx:pt idx="2380">70</cx:pt>
          <cx:pt idx="2381">70</cx:pt>
          <cx:pt idx="2382">74</cx:pt>
          <cx:pt idx="2383">75</cx:pt>
          <cx:pt idx="2384">78</cx:pt>
          <cx:pt idx="2385">67</cx:pt>
          <cx:pt idx="2386">80</cx:pt>
          <cx:pt idx="2387">70</cx:pt>
          <cx:pt idx="2388">66</cx:pt>
          <cx:pt idx="2389">77</cx:pt>
          <cx:pt idx="2390">64</cx:pt>
          <cx:pt idx="2391">64</cx:pt>
          <cx:pt idx="2392">67</cx:pt>
          <cx:pt idx="2393">63</cx:pt>
          <cx:pt idx="2394">74</cx:pt>
          <cx:pt idx="2395">55</cx:pt>
          <cx:pt idx="2396">56</cx:pt>
          <cx:pt idx="2397">58</cx:pt>
          <cx:pt idx="2398">57</cx:pt>
          <cx:pt idx="2399">82</cx:pt>
          <cx:pt idx="2400">83</cx:pt>
          <cx:pt idx="2401">75</cx:pt>
          <cx:pt idx="2402">54</cx:pt>
          <cx:pt idx="2403">78</cx:pt>
          <cx:pt idx="2404">52</cx:pt>
          <cx:pt idx="2405">60</cx:pt>
          <cx:pt idx="2406">82</cx:pt>
          <cx:pt idx="2407">57</cx:pt>
          <cx:pt idx="2408">51</cx:pt>
          <cx:pt idx="2409">53</cx:pt>
          <cx:pt idx="2410">78</cx:pt>
          <cx:pt idx="2411">69</cx:pt>
          <cx:pt idx="2412">66</cx:pt>
          <cx:pt idx="2413">59</cx:pt>
          <cx:pt idx="2414">83</cx:pt>
          <cx:pt idx="2415">82</cx:pt>
          <cx:pt idx="2416">62</cx:pt>
          <cx:pt idx="2417">57</cx:pt>
          <cx:pt idx="2418">73</cx:pt>
          <cx:pt idx="2419">62</cx:pt>
          <cx:pt idx="2420">79</cx:pt>
          <cx:pt idx="2421">67</cx:pt>
          <cx:pt idx="2422">64</cx:pt>
          <cx:pt idx="2423">63</cx:pt>
          <cx:pt idx="2424">58</cx:pt>
          <cx:pt idx="2425">76</cx:pt>
          <cx:pt idx="2426">59</cx:pt>
          <cx:pt idx="2427">53</cx:pt>
          <cx:pt idx="2428">55</cx:pt>
          <cx:pt idx="2429">64</cx:pt>
          <cx:pt idx="2430">76</cx:pt>
          <cx:pt idx="2431">79</cx:pt>
          <cx:pt idx="2432">84</cx:pt>
          <cx:pt idx="2433">74</cx:pt>
          <cx:pt idx="2434">60</cx:pt>
          <cx:pt idx="2435">81</cx:pt>
          <cx:pt idx="2436">81</cx:pt>
          <cx:pt idx="2437">60</cx:pt>
          <cx:pt idx="2438">66</cx:pt>
          <cx:pt idx="2439">53</cx:pt>
          <cx:pt idx="2440">56</cx:pt>
          <cx:pt idx="2441">55</cx:pt>
          <cx:pt idx="2442">74</cx:pt>
          <cx:pt idx="2443">61</cx:pt>
          <cx:pt idx="2444">56</cx:pt>
          <cx:pt idx="2445">57</cx:pt>
          <cx:pt idx="2446">72</cx:pt>
          <cx:pt idx="2447">79</cx:pt>
          <cx:pt idx="2448">68</cx:pt>
          <cx:pt idx="2449">72</cx:pt>
          <cx:pt idx="2450">50</cx:pt>
          <cx:pt idx="2451">53</cx:pt>
          <cx:pt idx="2452">77</cx:pt>
          <cx:pt idx="2453">68</cx:pt>
          <cx:pt idx="2454">79</cx:pt>
          <cx:pt idx="2455">80</cx:pt>
          <cx:pt idx="2456">59</cx:pt>
          <cx:pt idx="2457">57</cx:pt>
          <cx:pt idx="2458">80</cx:pt>
          <cx:pt idx="2459">56</cx:pt>
          <cx:pt idx="2460">84</cx:pt>
          <cx:pt idx="2461">79</cx:pt>
          <cx:pt idx="2462">70</cx:pt>
          <cx:pt idx="2463">77</cx:pt>
          <cx:pt idx="2464">72</cx:pt>
          <cx:pt idx="2465">67</cx:pt>
          <cx:pt idx="2466">62</cx:pt>
          <cx:pt idx="2467">58</cx:pt>
          <cx:pt idx="2468">61</cx:pt>
          <cx:pt idx="2469">66</cx:pt>
          <cx:pt idx="2470">85</cx:pt>
          <cx:pt idx="2471">78</cx:pt>
          <cx:pt idx="2472">57</cx:pt>
          <cx:pt idx="2473">55</cx:pt>
          <cx:pt idx="2474">66</cx:pt>
          <cx:pt idx="2475">73</cx:pt>
          <cx:pt idx="2476">56</cx:pt>
          <cx:pt idx="2477">86</cx:pt>
          <cx:pt idx="2478">86</cx:pt>
          <cx:pt idx="2479">80</cx:pt>
          <cx:pt idx="2480">91</cx:pt>
          <cx:pt idx="2481">75</cx:pt>
          <cx:pt idx="2482">75</cx:pt>
          <cx:pt idx="2483">84</cx:pt>
          <cx:pt idx="2484">85</cx:pt>
          <cx:pt idx="2485">75</cx:pt>
          <cx:pt idx="2486">65</cx:pt>
          <cx:pt idx="2487">55</cx:pt>
          <cx:pt idx="2488">66</cx:pt>
          <cx:pt idx="2489">63</cx:pt>
          <cx:pt idx="2490">63</cx:pt>
          <cx:pt idx="2491">73</cx:pt>
          <cx:pt idx="2492">75</cx:pt>
          <cx:pt idx="2493">80</cx:pt>
          <cx:pt idx="2494">51</cx:pt>
          <cx:pt idx="2495">76</cx:pt>
          <cx:pt idx="2496">87</cx:pt>
          <cx:pt idx="2497">75</cx:pt>
          <cx:pt idx="2498">79</cx:pt>
          <cx:pt idx="2499">73</cx:pt>
          <cx:pt idx="2500">81</cx:pt>
          <cx:pt idx="2501">63</cx:pt>
          <cx:pt idx="2502">79</cx:pt>
          <cx:pt idx="2503">65</cx:pt>
          <cx:pt idx="2504">61</cx:pt>
          <cx:pt idx="2505">53</cx:pt>
          <cx:pt idx="2506">67</cx:pt>
          <cx:pt idx="2507">77</cx:pt>
          <cx:pt idx="2508">68</cx:pt>
          <cx:pt idx="2509">79</cx:pt>
          <cx:pt idx="2510">75</cx:pt>
          <cx:pt idx="2511">72</cx:pt>
          <cx:pt idx="2512">58</cx:pt>
          <cx:pt idx="2513">75</cx:pt>
          <cx:pt idx="2514">76</cx:pt>
          <cx:pt idx="2515">91</cx:pt>
          <cx:pt idx="2516">66</cx:pt>
          <cx:pt idx="2517">68</cx:pt>
          <cx:pt idx="2518">69</cx:pt>
          <cx:pt idx="2519">61</cx:pt>
          <cx:pt idx="2520">64</cx:pt>
          <cx:pt idx="2521">76</cx:pt>
          <cx:pt idx="2522">82</cx:pt>
          <cx:pt idx="2523">59</cx:pt>
          <cx:pt idx="2524">56</cx:pt>
          <cx:pt idx="2525">68</cx:pt>
          <cx:pt idx="2526">83</cx:pt>
          <cx:pt idx="2527">66</cx:pt>
          <cx:pt idx="2528">71</cx:pt>
          <cx:pt idx="2529">72</cx:pt>
          <cx:pt idx="2530">69</cx:pt>
          <cx:pt idx="2531">59</cx:pt>
          <cx:pt idx="2532">77</cx:pt>
          <cx:pt idx="2533">78</cx:pt>
          <cx:pt idx="2534">69</cx:pt>
          <cx:pt idx="2535">80</cx:pt>
          <cx:pt idx="2536">73</cx:pt>
          <cx:pt idx="2537">76</cx:pt>
          <cx:pt idx="2538">70</cx:pt>
          <cx:pt idx="2539">87</cx:pt>
          <cx:pt idx="2540">66</cx:pt>
          <cx:pt idx="2541">56</cx:pt>
          <cx:pt idx="2542">67</cx:pt>
          <cx:pt idx="2543">63</cx:pt>
          <cx:pt idx="2544">56</cx:pt>
          <cx:pt idx="2545">65</cx:pt>
          <cx:pt idx="2546">67</cx:pt>
          <cx:pt idx="2547">72</cx:pt>
          <cx:pt idx="2548">78</cx:pt>
          <cx:pt idx="2549">57</cx:pt>
          <cx:pt idx="2550">62</cx:pt>
          <cx:pt idx="2551">57</cx:pt>
          <cx:pt idx="2552">74</cx:pt>
          <cx:pt idx="2553">70</cx:pt>
          <cx:pt idx="2554">68</cx:pt>
          <cx:pt idx="2555">51</cx:pt>
          <cx:pt idx="2556">78</cx:pt>
          <cx:pt idx="2557">72</cx:pt>
          <cx:pt idx="2558">63</cx:pt>
          <cx:pt idx="2559">73</cx:pt>
          <cx:pt idx="2560">79</cx:pt>
          <cx:pt idx="2561">60</cx:pt>
          <cx:pt idx="2562">63</cx:pt>
          <cx:pt idx="2563">64</cx:pt>
          <cx:pt idx="2564">69</cx:pt>
          <cx:pt idx="2565">75</cx:pt>
          <cx:pt idx="2566">53</cx:pt>
          <cx:pt idx="2567">77</cx:pt>
          <cx:pt idx="2568">69</cx:pt>
          <cx:pt idx="2569">56</cx:pt>
          <cx:pt idx="2570">80</cx:pt>
          <cx:pt idx="2571">88</cx:pt>
          <cx:pt idx="2572">87</cx:pt>
          <cx:pt idx="2573">54</cx:pt>
          <cx:pt idx="2574">54</cx:pt>
          <cx:pt idx="2575">79</cx:pt>
          <cx:pt idx="2576">57</cx:pt>
          <cx:pt idx="2577">53</cx:pt>
          <cx:pt idx="2578">74</cx:pt>
          <cx:pt idx="2579">55</cx:pt>
          <cx:pt idx="2580">52</cx:pt>
          <cx:pt idx="2581">52</cx:pt>
          <cx:pt idx="2582">73</cx:pt>
          <cx:pt idx="2583">51</cx:pt>
          <cx:pt idx="2584">50</cx:pt>
          <cx:pt idx="2585">51</cx:pt>
          <cx:pt idx="2586">54</cx:pt>
          <cx:pt idx="2587">56</cx:pt>
          <cx:pt idx="2588">50</cx:pt>
          <cx:pt idx="2589">67</cx:pt>
          <cx:pt idx="2590">56</cx:pt>
          <cx:pt idx="2591">53</cx:pt>
          <cx:pt idx="2592">55</cx:pt>
          <cx:pt idx="2593">60</cx:pt>
          <cx:pt idx="2594">57</cx:pt>
          <cx:pt idx="2595">52</cx:pt>
          <cx:pt idx="2596">55</cx:pt>
          <cx:pt idx="2597">51</cx:pt>
          <cx:pt idx="2598">65</cx:pt>
          <cx:pt idx="2599">71</cx:pt>
          <cx:pt idx="2600">73</cx:pt>
          <cx:pt idx="2601">76</cx:pt>
          <cx:pt idx="2602">81</cx:pt>
          <cx:pt idx="2603">77</cx:pt>
          <cx:pt idx="2604">68</cx:pt>
          <cx:pt idx="2605">69</cx:pt>
          <cx:pt idx="2606">58</cx:pt>
          <cx:pt idx="2607">64</cx:pt>
          <cx:pt idx="2608">59</cx:pt>
          <cx:pt idx="2609">56</cx:pt>
          <cx:pt idx="2610">57</cx:pt>
          <cx:pt idx="2611">62</cx:pt>
          <cx:pt idx="2612">54</cx:pt>
          <cx:pt idx="2613">73</cx:pt>
          <cx:pt idx="2614">76</cx:pt>
          <cx:pt idx="2615">64</cx:pt>
          <cx:pt idx="2616">82</cx:pt>
          <cx:pt idx="2617">67</cx:pt>
          <cx:pt idx="2618">75</cx:pt>
          <cx:pt idx="2619">77</cx:pt>
          <cx:pt idx="2620">82</cx:pt>
          <cx:pt idx="2621">70</cx:pt>
          <cx:pt idx="2622">82</cx:pt>
          <cx:pt idx="2623">65</cx:pt>
          <cx:pt idx="2624">75</cx:pt>
          <cx:pt idx="2625">70</cx:pt>
          <cx:pt idx="2626">66</cx:pt>
          <cx:pt idx="2627">81</cx:pt>
          <cx:pt idx="2628">67</cx:pt>
          <cx:pt idx="2629">80</cx:pt>
          <cx:pt idx="2630">66</cx:pt>
          <cx:pt idx="2631">72</cx:pt>
          <cx:pt idx="2632">67</cx:pt>
          <cx:pt idx="2633">71</cx:pt>
          <cx:pt idx="2634">64</cx:pt>
          <cx:pt idx="2635">73</cx:pt>
          <cx:pt idx="2636">76</cx:pt>
          <cx:pt idx="2637">78</cx:pt>
          <cx:pt idx="2638">55</cx:pt>
          <cx:pt idx="2639">78</cx:pt>
          <cx:pt idx="2640">62</cx:pt>
          <cx:pt idx="2641">79</cx:pt>
          <cx:pt idx="2642">69</cx:pt>
          <cx:pt idx="2643">79</cx:pt>
          <cx:pt idx="2644">82</cx:pt>
          <cx:pt idx="2645">79</cx:pt>
          <cx:pt idx="2646">72</cx:pt>
          <cx:pt idx="2647">78</cx:pt>
          <cx:pt idx="2648">80</cx:pt>
          <cx:pt idx="2649">76</cx:pt>
          <cx:pt idx="2650">67</cx:pt>
          <cx:pt idx="2651">78</cx:pt>
          <cx:pt idx="2652">55</cx:pt>
          <cx:pt idx="2653">60</cx:pt>
          <cx:pt idx="2654">63</cx:pt>
          <cx:pt idx="2655">57</cx:pt>
          <cx:pt idx="2656">75</cx:pt>
          <cx:pt idx="2657">56</cx:pt>
          <cx:pt idx="2658">54</cx:pt>
          <cx:pt idx="2659">57</cx:pt>
          <cx:pt idx="2660">57</cx:pt>
          <cx:pt idx="2661">53</cx:pt>
          <cx:pt idx="2662">62</cx:pt>
          <cx:pt idx="2663">57</cx:pt>
          <cx:pt idx="2664">57</cx:pt>
          <cx:pt idx="2665">59</cx:pt>
          <cx:pt idx="2666">58</cx:pt>
          <cx:pt idx="2667">56</cx:pt>
          <cx:pt idx="2668">62</cx:pt>
          <cx:pt idx="2669">74</cx:pt>
          <cx:pt idx="2670">63</cx:pt>
          <cx:pt idx="2671">51</cx:pt>
          <cx:pt idx="2672">65</cx:pt>
          <cx:pt idx="2673">51</cx:pt>
          <cx:pt idx="2674">78</cx:pt>
          <cx:pt idx="2675">62</cx:pt>
          <cx:pt idx="2676">77</cx:pt>
          <cx:pt idx="2677">70</cx:pt>
          <cx:pt idx="2678">62</cx:pt>
          <cx:pt idx="2679">73</cx:pt>
          <cx:pt idx="2680">62</cx:pt>
          <cx:pt idx="2681">70</cx:pt>
          <cx:pt idx="2682">74</cx:pt>
          <cx:pt idx="2683">73</cx:pt>
          <cx:pt idx="2684">68</cx:pt>
          <cx:pt idx="2685">70</cx:pt>
          <cx:pt idx="2686">74</cx:pt>
          <cx:pt idx="2687">75</cx:pt>
          <cx:pt idx="2688">74</cx:pt>
          <cx:pt idx="2689">68</cx:pt>
          <cx:pt idx="2690">78</cx:pt>
          <cx:pt idx="2691">54</cx:pt>
          <cx:pt idx="2692">53</cx:pt>
          <cx:pt idx="2693">59</cx:pt>
          <cx:pt idx="2694">78</cx:pt>
          <cx:pt idx="2695">64</cx:pt>
          <cx:pt idx="2696">55</cx:pt>
          <cx:pt idx="2697">71</cx:pt>
          <cx:pt idx="2698">65</cx:pt>
          <cx:pt idx="2699">64</cx:pt>
          <cx:pt idx="2700">72</cx:pt>
          <cx:pt idx="2701">77</cx:pt>
          <cx:pt idx="2702">78</cx:pt>
          <cx:pt idx="2703">59</cx:pt>
          <cx:pt idx="2704">54</cx:pt>
          <cx:pt idx="2705">83</cx:pt>
          <cx:pt idx="2706">54</cx:pt>
          <cx:pt idx="2707">66</cx:pt>
          <cx:pt idx="2708">52</cx:pt>
          <cx:pt idx="2709">54</cx:pt>
          <cx:pt idx="2710">77</cx:pt>
          <cx:pt idx="2711">60</cx:pt>
          <cx:pt idx="2712">81</cx:pt>
          <cx:pt idx="2713">72</cx:pt>
          <cx:pt idx="2714">61</cx:pt>
          <cx:pt idx="2715">69</cx:pt>
          <cx:pt idx="2716">81</cx:pt>
          <cx:pt idx="2717">58</cx:pt>
          <cx:pt idx="2718">63</cx:pt>
          <cx:pt idx="2719">53</cx:pt>
          <cx:pt idx="2720">62</cx:pt>
          <cx:pt idx="2721">67</cx:pt>
          <cx:pt idx="2722">61</cx:pt>
          <cx:pt idx="2723">55</cx:pt>
          <cx:pt idx="2724">74</cx:pt>
          <cx:pt idx="2725">79</cx:pt>
          <cx:pt idx="2726">59</cx:pt>
          <cx:pt idx="2727">54</cx:pt>
          <cx:pt idx="2728">70</cx:pt>
          <cx:pt idx="2729">63</cx:pt>
          <cx:pt idx="2730">72</cx:pt>
          <cx:pt idx="2731">68</cx:pt>
          <cx:pt idx="2732">68</cx:pt>
          <cx:pt idx="2733">57</cx:pt>
          <cx:pt idx="2734">78</cx:pt>
          <cx:pt idx="2735">74</cx:pt>
          <cx:pt idx="2736">83</cx:pt>
          <cx:pt idx="2737">58</cx:pt>
          <cx:pt idx="2738">78</cx:pt>
          <cx:pt idx="2739">73</cx:pt>
          <cx:pt idx="2740">59</cx:pt>
          <cx:pt idx="2741">52</cx:pt>
          <cx:pt idx="2742">68</cx:pt>
          <cx:pt idx="2743">67</cx:pt>
          <cx:pt idx="2744">72</cx:pt>
          <cx:pt idx="2745">79</cx:pt>
          <cx:pt idx="2746">78</cx:pt>
          <cx:pt idx="2747">76</cx:pt>
          <cx:pt idx="2748">83</cx:pt>
          <cx:pt idx="2749">83</cx:pt>
          <cx:pt idx="2750">76</cx:pt>
          <cx:pt idx="2751">73</cx:pt>
          <cx:pt idx="2752">85</cx:pt>
          <cx:pt idx="2753">78</cx:pt>
          <cx:pt idx="2754">50</cx:pt>
          <cx:pt idx="2755">82</cx:pt>
          <cx:pt idx="2756">63</cx:pt>
          <cx:pt idx="2757">64</cx:pt>
          <cx:pt idx="2758">70</cx:pt>
          <cx:pt idx="2759">57</cx:pt>
          <cx:pt idx="2760">84</cx:pt>
          <cx:pt idx="2761">74</cx:pt>
          <cx:pt idx="2762">56</cx:pt>
          <cx:pt idx="2763">70</cx:pt>
          <cx:pt idx="2764">70</cx:pt>
          <cx:pt idx="2765">79</cx:pt>
          <cx:pt idx="2766">63</cx:pt>
          <cx:pt idx="2767">63</cx:pt>
          <cx:pt idx="2768">66</cx:pt>
          <cx:pt idx="2769">65</cx:pt>
          <cx:pt idx="2770">69</cx:pt>
          <cx:pt idx="2771">75</cx:pt>
          <cx:pt idx="2772">77</cx:pt>
          <cx:pt idx="2773">56</cx:pt>
          <cx:pt idx="2774">72</cx:pt>
          <cx:pt idx="2775">60</cx:pt>
          <cx:pt idx="2776">69</cx:pt>
          <cx:pt idx="2777">64</cx:pt>
          <cx:pt idx="2778">71</cx:pt>
          <cx:pt idx="2779">64</cx:pt>
          <cx:pt idx="2780">81</cx:pt>
          <cx:pt idx="2781">75</cx:pt>
          <cx:pt idx="2782">78</cx:pt>
          <cx:pt idx="2783">61</cx:pt>
          <cx:pt idx="2784">62</cx:pt>
          <cx:pt idx="2785">59</cx:pt>
          <cx:pt idx="2786">63</cx:pt>
          <cx:pt idx="2787">51</cx:pt>
          <cx:pt idx="2788">65</cx:pt>
          <cx:pt idx="2789">67</cx:pt>
          <cx:pt idx="2790">70</cx:pt>
          <cx:pt idx="2791">76</cx:pt>
          <cx:pt idx="2792">62</cx:pt>
          <cx:pt idx="2793">50</cx:pt>
          <cx:pt idx="2794">79</cx:pt>
          <cx:pt idx="2795">81</cx:pt>
          <cx:pt idx="2796">87</cx:pt>
          <cx:pt idx="2797">58</cx:pt>
          <cx:pt idx="2798">84</cx:pt>
          <cx:pt idx="2799">77</cx:pt>
          <cx:pt idx="2800">67</cx:pt>
          <cx:pt idx="2801">81</cx:pt>
          <cx:pt idx="2802">74</cx:pt>
          <cx:pt idx="2803">62</cx:pt>
          <cx:pt idx="2804">81</cx:pt>
          <cx:pt idx="2805">62</cx:pt>
          <cx:pt idx="2806">63</cx:pt>
          <cx:pt idx="2807">77</cx:pt>
          <cx:pt idx="2808">65</cx:pt>
          <cx:pt idx="2809">71</cx:pt>
          <cx:pt idx="2810">73</cx:pt>
          <cx:pt idx="2811">68</cx:pt>
          <cx:pt idx="2812">72</cx:pt>
          <cx:pt idx="2813">79</cx:pt>
          <cx:pt idx="2814">76</cx:pt>
          <cx:pt idx="2815">77</cx:pt>
          <cx:pt idx="2816">74</cx:pt>
          <cx:pt idx="2817">75</cx:pt>
          <cx:pt idx="2818">71</cx:pt>
          <cx:pt idx="2819">72</cx:pt>
          <cx:pt idx="2820">65</cx:pt>
          <cx:pt idx="2821">62</cx:pt>
          <cx:pt idx="2822">57</cx:pt>
          <cx:pt idx="2823">53</cx:pt>
          <cx:pt idx="2824">54</cx:pt>
          <cx:pt idx="2825">67</cx:pt>
          <cx:pt idx="2826">79</cx:pt>
          <cx:pt idx="2827">66</cx:pt>
          <cx:pt idx="2828">82</cx:pt>
          <cx:pt idx="2829">81</cx:pt>
          <cx:pt idx="2830">62</cx:pt>
          <cx:pt idx="2831">63</cx:pt>
          <cx:pt idx="2832">61</cx:pt>
          <cx:pt idx="2833">69</cx:pt>
          <cx:pt idx="2834">64</cx:pt>
          <cx:pt idx="2835">64</cx:pt>
          <cx:pt idx="2836">78</cx:pt>
          <cx:pt idx="2837">81</cx:pt>
          <cx:pt idx="2838">78</cx:pt>
          <cx:pt idx="2839">74</cx:pt>
          <cx:pt idx="2840">68</cx:pt>
          <cx:pt idx="2841">82</cx:pt>
          <cx:pt idx="2842">61</cx:pt>
          <cx:pt idx="2843">71</cx:pt>
          <cx:pt idx="2844">76</cx:pt>
          <cx:pt idx="2845">52</cx:pt>
          <cx:pt idx="2846">68</cx:pt>
          <cx:pt idx="2847">75</cx:pt>
          <cx:pt idx="2848">60</cx:pt>
          <cx:pt idx="2849">53</cx:pt>
          <cx:pt idx="2850">67</cx:pt>
          <cx:pt idx="2851">73</cx:pt>
          <cx:pt idx="2852">68</cx:pt>
          <cx:pt idx="2853">64</cx:pt>
          <cx:pt idx="2854">72</cx:pt>
          <cx:pt idx="2855">76</cx:pt>
          <cx:pt idx="2856">61</cx:pt>
          <cx:pt idx="2857">57</cx:pt>
          <cx:pt idx="2858">72</cx:pt>
          <cx:pt idx="2859">67</cx:pt>
          <cx:pt idx="2860">50</cx:pt>
          <cx:pt idx="2861">51</cx:pt>
          <cx:pt idx="2862">57</cx:pt>
          <cx:pt idx="2863">81</cx:pt>
          <cx:pt idx="2864">62</cx:pt>
          <cx:pt idx="2865">84</cx:pt>
          <cx:pt idx="2866">80</cx:pt>
          <cx:pt idx="2867">78</cx:pt>
          <cx:pt idx="2868">78</cx:pt>
          <cx:pt idx="2869">82</cx:pt>
          <cx:pt idx="2870">53</cx:pt>
          <cx:pt idx="2871">57</cx:pt>
          <cx:pt idx="2872">62</cx:pt>
          <cx:pt idx="2873">79</cx:pt>
          <cx:pt idx="2874">78</cx:pt>
          <cx:pt idx="2875">75</cx:pt>
          <cx:pt idx="2876">76</cx:pt>
          <cx:pt idx="2877">72</cx:pt>
          <cx:pt idx="2878">67</cx:pt>
          <cx:pt idx="2879">56</cx:pt>
          <cx:pt idx="2880">55</cx:pt>
          <cx:pt idx="2881">78</cx:pt>
          <cx:pt idx="2882">59</cx:pt>
          <cx:pt idx="2883">63</cx:pt>
          <cx:pt idx="2884">74</cx:pt>
          <cx:pt idx="2885">58</cx:pt>
          <cx:pt idx="2886">56</cx:pt>
          <cx:pt idx="2887">81</cx:pt>
          <cx:pt idx="2888">71</cx:pt>
          <cx:pt idx="2889">53</cx:pt>
          <cx:pt idx="2890">54</cx:pt>
          <cx:pt idx="2891">69</cx:pt>
          <cx:pt idx="2892">68</cx:pt>
          <cx:pt idx="2893">66</cx:pt>
          <cx:pt idx="2894">68</cx:pt>
          <cx:pt idx="2895">67</cx:pt>
          <cx:pt idx="2896">76</cx:pt>
          <cx:pt idx="2897">73</cx:pt>
          <cx:pt idx="2898">59</cx:pt>
          <cx:pt idx="2899">60</cx:pt>
          <cx:pt idx="2900">65</cx:pt>
          <cx:pt idx="2901">60</cx:pt>
          <cx:pt idx="2902">64</cx:pt>
          <cx:pt idx="2903">53</cx:pt>
          <cx:pt idx="2904">74</cx:pt>
          <cx:pt idx="2905">74</cx:pt>
          <cx:pt idx="2906">55</cx:pt>
          <cx:pt idx="2907">52</cx:pt>
          <cx:pt idx="2908">59</cx:pt>
          <cx:pt idx="2909">58</cx:pt>
          <cx:pt idx="2910">61</cx:pt>
          <cx:pt idx="2911">51</cx:pt>
          <cx:pt idx="2912">67</cx:pt>
          <cx:pt idx="2913">57</cx:pt>
          <cx:pt idx="2914">50</cx:pt>
          <cx:pt idx="2915">69</cx:pt>
          <cx:pt idx="2916">79</cx:pt>
          <cx:pt idx="2917">53</cx:pt>
          <cx:pt idx="2918">56</cx:pt>
          <cx:pt idx="2919">53</cx:pt>
          <cx:pt idx="2920">57</cx:pt>
          <cx:pt idx="2921">68</cx:pt>
          <cx:pt idx="2922">77</cx:pt>
          <cx:pt idx="2923">84</cx:pt>
          <cx:pt idx="2924">74</cx:pt>
          <cx:pt idx="2925">82</cx:pt>
          <cx:pt idx="2926">73</cx:pt>
          <cx:pt idx="2927">80</cx:pt>
          <cx:pt idx="2928">67</cx:pt>
          <cx:pt idx="2929">80</cx:pt>
          <cx:pt idx="2930">78</cx:pt>
          <cx:pt idx="2931">64</cx:pt>
          <cx:pt idx="2932">55</cx:pt>
          <cx:pt idx="2933">80</cx:pt>
          <cx:pt idx="2934">77</cx:pt>
          <cx:pt idx="2935">83</cx:pt>
          <cx:pt idx="2936">55</cx:pt>
          <cx:pt idx="2937">73</cx:pt>
          <cx:pt idx="2938">58</cx:pt>
          <cx:pt idx="2939">53</cx:pt>
          <cx:pt idx="2940">55</cx:pt>
          <cx:pt idx="2941">69</cx:pt>
          <cx:pt idx="2942">65</cx:pt>
          <cx:pt idx="2943">63</cx:pt>
          <cx:pt idx="2944">66</cx:pt>
          <cx:pt idx="2945">53</cx:pt>
          <cx:pt idx="2946">78</cx:pt>
          <cx:pt idx="2947">72</cx:pt>
          <cx:pt idx="2948">83</cx:pt>
          <cx:pt idx="2949">70</cx:pt>
          <cx:pt idx="2950">55</cx:pt>
          <cx:pt idx="2951">68</cx:pt>
          <cx:pt idx="2952">74</cx:pt>
          <cx:pt idx="2953">67</cx:pt>
          <cx:pt idx="2954">62</cx:pt>
          <cx:pt idx="2955">57</cx:pt>
          <cx:pt idx="2956">70</cx:pt>
          <cx:pt idx="2957">84</cx:pt>
          <cx:pt idx="2958">67</cx:pt>
          <cx:pt idx="2959">59</cx:pt>
          <cx:pt idx="2960">70</cx:pt>
          <cx:pt idx="2961">67</cx:pt>
          <cx:pt idx="2962">69</cx:pt>
          <cx:pt idx="2963">50</cx:pt>
          <cx:pt idx="2964">66</cx:pt>
          <cx:pt idx="2965">78</cx:pt>
          <cx:pt idx="2966">62</cx:pt>
          <cx:pt idx="2967">67</cx:pt>
          <cx:pt idx="2968">81</cx:pt>
          <cx:pt idx="2969">65</cx:pt>
          <cx:pt idx="2970">57</cx:pt>
          <cx:pt idx="2971">71</cx:pt>
          <cx:pt idx="2972">56</cx:pt>
          <cx:pt idx="2973">50</cx:pt>
          <cx:pt idx="2974">57</cx:pt>
          <cx:pt idx="2975">52</cx:pt>
          <cx:pt idx="2976">74</cx:pt>
          <cx:pt idx="2977">85</cx:pt>
          <cx:pt idx="2978">61</cx:pt>
          <cx:pt idx="2979">71</cx:pt>
          <cx:pt idx="2980">74</cx:pt>
          <cx:pt idx="2981">63</cx:pt>
          <cx:pt idx="2982">72</cx:pt>
          <cx:pt idx="2983">84</cx:pt>
          <cx:pt idx="2984">56</cx:pt>
          <cx:pt idx="2985">76</cx:pt>
          <cx:pt idx="2986">61</cx:pt>
          <cx:pt idx="2987">78</cx:pt>
          <cx:pt idx="2988">61</cx:pt>
          <cx:pt idx="2989">54</cx:pt>
          <cx:pt idx="2990">70</cx:pt>
          <cx:pt idx="2991">57</cx:pt>
          <cx:pt idx="2992">56</cx:pt>
          <cx:pt idx="2993">54</cx:pt>
          <cx:pt idx="2994">53</cx:pt>
          <cx:pt idx="2995">70</cx:pt>
          <cx:pt idx="2996">85</cx:pt>
          <cx:pt idx="2997">50</cx:pt>
          <cx:pt idx="2998">70</cx:pt>
          <cx:pt idx="2999">55</cx:pt>
          <cx:pt idx="3000">70</cx:pt>
          <cx:pt idx="3001">70</cx:pt>
          <cx:pt idx="3002">81</cx:pt>
          <cx:pt idx="3003">81</cx:pt>
          <cx:pt idx="3004">70</cx:pt>
          <cx:pt idx="3005">73</cx:pt>
          <cx:pt idx="3006">68</cx:pt>
          <cx:pt idx="3007">84</cx:pt>
          <cx:pt idx="3008">78</cx:pt>
          <cx:pt idx="3009">70</cx:pt>
          <cx:pt idx="3010">74</cx:pt>
          <cx:pt idx="3011">69</cx:pt>
          <cx:pt idx="3012">56</cx:pt>
          <cx:pt idx="3013">69</cx:pt>
          <cx:pt idx="3014">61</cx:pt>
          <cx:pt idx="3015">82</cx:pt>
          <cx:pt idx="3016">79</cx:pt>
          <cx:pt idx="3017">67</cx:pt>
          <cx:pt idx="3018">74</cx:pt>
          <cx:pt idx="3019">75</cx:pt>
          <cx:pt idx="3020">78</cx:pt>
          <cx:pt idx="3021">63</cx:pt>
          <cx:pt idx="3022">65</cx:pt>
          <cx:pt idx="3023">71</cx:pt>
          <cx:pt idx="3024">80</cx:pt>
          <cx:pt idx="3025">61</cx:pt>
          <cx:pt idx="3026">71</cx:pt>
          <cx:pt idx="3027">76</cx:pt>
          <cx:pt idx="3028">59</cx:pt>
          <cx:pt idx="3029">72</cx:pt>
          <cx:pt idx="3030">56</cx:pt>
          <cx:pt idx="3031">76</cx:pt>
          <cx:pt idx="3032">69</cx:pt>
          <cx:pt idx="3033">73</cx:pt>
          <cx:pt idx="3034">82</cx:pt>
          <cx:pt idx="3035">66</cx:pt>
          <cx:pt idx="3036">67</cx:pt>
          <cx:pt idx="3037">74</cx:pt>
          <cx:pt idx="3038">68</cx:pt>
          <cx:pt idx="3039">75</cx:pt>
          <cx:pt idx="3040">81</cx:pt>
          <cx:pt idx="3041">78</cx:pt>
          <cx:pt idx="3042">70</cx:pt>
          <cx:pt idx="3043">78</cx:pt>
          <cx:pt idx="3044">69</cx:pt>
          <cx:pt idx="3045">78</cx:pt>
          <cx:pt idx="3046">69</cx:pt>
          <cx:pt idx="3047">76</cx:pt>
          <cx:pt idx="3048">70</cx:pt>
          <cx:pt idx="3049">71</cx:pt>
          <cx:pt idx="3050">80</cx:pt>
          <cx:pt idx="3051">55</cx:pt>
          <cx:pt idx="3052">78</cx:pt>
          <cx:pt idx="3053">71</cx:pt>
          <cx:pt idx="3054">79</cx:pt>
          <cx:pt idx="3055">64</cx:pt>
          <cx:pt idx="3056">67</cx:pt>
          <cx:pt idx="3057">74</cx:pt>
          <cx:pt idx="3058">62</cx:pt>
          <cx:pt idx="3059">75</cx:pt>
          <cx:pt idx="3060">73</cx:pt>
          <cx:pt idx="3061">84</cx:pt>
          <cx:pt idx="3062">85</cx:pt>
          <cx:pt idx="3063">80</cx:pt>
          <cx:pt idx="3064">83</cx:pt>
          <cx:pt idx="3065">71</cx:pt>
          <cx:pt idx="3066">73</cx:pt>
          <cx:pt idx="3067">56</cx:pt>
          <cx:pt idx="3068">66</cx:pt>
          <cx:pt idx="3069">69</cx:pt>
          <cx:pt idx="3070">52</cx:pt>
          <cx:pt idx="3071">73</cx:pt>
          <cx:pt idx="3072">70</cx:pt>
          <cx:pt idx="3073">77</cx:pt>
          <cx:pt idx="3074">69</cx:pt>
          <cx:pt idx="3075">86</cx:pt>
          <cx:pt idx="3076">83</cx:pt>
          <cx:pt idx="3077">87</cx:pt>
          <cx:pt idx="3078">81</cx:pt>
          <cx:pt idx="3079">77</cx:pt>
          <cx:pt idx="3080">80</cx:pt>
          <cx:pt idx="3081">67</cx:pt>
          <cx:pt idx="3082">50</cx:pt>
          <cx:pt idx="3083">83</cx:pt>
          <cx:pt idx="3084">77</cx:pt>
          <cx:pt idx="3085">75</cx:pt>
          <cx:pt idx="3086">78</cx:pt>
          <cx:pt idx="3087">68</cx:pt>
          <cx:pt idx="3088">69</cx:pt>
          <cx:pt idx="3089">69</cx:pt>
          <cx:pt idx="3090">80</cx:pt>
          <cx:pt idx="3091">51</cx:pt>
          <cx:pt idx="3092">55</cx:pt>
          <cx:pt idx="3093">80</cx:pt>
          <cx:pt idx="3094">71</cx:pt>
          <cx:pt idx="3095">69</cx:pt>
          <cx:pt idx="3096">51</cx:pt>
          <cx:pt idx="3097">82</cx:pt>
          <cx:pt idx="3098">68</cx:pt>
          <cx:pt idx="3099">76</cx:pt>
          <cx:pt idx="3100">77</cx:pt>
          <cx:pt idx="3101">81</cx:pt>
          <cx:pt idx="3102">80</cx:pt>
          <cx:pt idx="3103">71</cx:pt>
          <cx:pt idx="3104">59</cx:pt>
          <cx:pt idx="3105">84</cx:pt>
          <cx:pt idx="3106">78</cx:pt>
          <cx:pt idx="3107">85</cx:pt>
          <cx:pt idx="3108">81</cx:pt>
          <cx:pt idx="3109">78</cx:pt>
          <cx:pt idx="3110">72</cx:pt>
          <cx:pt idx="3111">55</cx:pt>
          <cx:pt idx="3112">59</cx:pt>
          <cx:pt idx="3113">67</cx:pt>
          <cx:pt idx="3114">64</cx:pt>
          <cx:pt idx="3115">68</cx:pt>
          <cx:pt idx="3116">75</cx:pt>
          <cx:pt idx="3117">71</cx:pt>
          <cx:pt idx="3118">84</cx:pt>
          <cx:pt idx="3119">80</cx:pt>
          <cx:pt idx="3120">79</cx:pt>
          <cx:pt idx="3121">65</cx:pt>
          <cx:pt idx="3122">79</cx:pt>
          <cx:pt idx="3123">77</cx:pt>
          <cx:pt idx="3124">86</cx:pt>
          <cx:pt idx="3125">72</cx:pt>
          <cx:pt idx="3126">76</cx:pt>
          <cx:pt idx="3127">74</cx:pt>
          <cx:pt idx="3128">57</cx:pt>
          <cx:pt idx="3129">63</cx:pt>
          <cx:pt idx="3130">69</cx:pt>
          <cx:pt idx="3131">76</cx:pt>
          <cx:pt idx="3132">84</cx:pt>
          <cx:pt idx="3133">77</cx:pt>
          <cx:pt idx="3134">78</cx:pt>
          <cx:pt idx="3135">55</cx:pt>
          <cx:pt idx="3136">51</cx:pt>
          <cx:pt idx="3137">76</cx:pt>
          <cx:pt idx="3138">55</cx:pt>
          <cx:pt idx="3139">64</cx:pt>
          <cx:pt idx="3140">52</cx:pt>
          <cx:pt idx="3141">51</cx:pt>
          <cx:pt idx="3142">66</cx:pt>
          <cx:pt idx="3143">52</cx:pt>
          <cx:pt idx="3144">59</cx:pt>
          <cx:pt idx="3145">73</cx:pt>
          <cx:pt idx="3146">69</cx:pt>
          <cx:pt idx="3147">78</cx:pt>
          <cx:pt idx="3148">52</cx:pt>
          <cx:pt idx="3149">80</cx:pt>
          <cx:pt idx="3150">64</cx:pt>
          <cx:pt idx="3151">59</cx:pt>
          <cx:pt idx="3152">77</cx:pt>
          <cx:pt idx="3153">53</cx:pt>
          <cx:pt idx="3154">62</cx:pt>
          <cx:pt idx="3155">78</cx:pt>
          <cx:pt idx="3156">85</cx:pt>
          <cx:pt idx="3157">61</cx:pt>
          <cx:pt idx="3158">80</cx:pt>
          <cx:pt idx="3159">78</cx:pt>
          <cx:pt idx="3160">67</cx:pt>
          <cx:pt idx="3161">53</cx:pt>
          <cx:pt idx="3162">82</cx:pt>
          <cx:pt idx="3163">72</cx:pt>
          <cx:pt idx="3164">62</cx:pt>
          <cx:pt idx="3165">69</cx:pt>
          <cx:pt idx="3166">73</cx:pt>
          <cx:pt idx="3167">81</cx:pt>
          <cx:pt idx="3168">76</cx:pt>
          <cx:pt idx="3169">71</cx:pt>
          <cx:pt idx="3170">81</cx:pt>
          <cx:pt idx="3171">74</cx:pt>
          <cx:pt idx="3172">63</cx:pt>
          <cx:pt idx="3173">65</cx:pt>
          <cx:pt idx="3174">76</cx:pt>
          <cx:pt idx="3175">81</cx:pt>
          <cx:pt idx="3176">79</cx:pt>
          <cx:pt idx="3177">66</cx:pt>
          <cx:pt idx="3178">78</cx:pt>
          <cx:pt idx="3179">70</cx:pt>
          <cx:pt idx="3180">76</cx:pt>
          <cx:pt idx="3181">70</cx:pt>
          <cx:pt idx="3182">86</cx:pt>
          <cx:pt idx="3183">82</cx:pt>
          <cx:pt idx="3184">54</cx:pt>
          <cx:pt idx="3185">60</cx:pt>
          <cx:pt idx="3186">84</cx:pt>
          <cx:pt idx="3187">76</cx:pt>
          <cx:pt idx="3188">76</cx:pt>
          <cx:pt idx="3189">57</cx:pt>
          <cx:pt idx="3190">67</cx:pt>
          <cx:pt idx="3191">63</cx:pt>
          <cx:pt idx="3192">84</cx:pt>
          <cx:pt idx="3193">77</cx:pt>
          <cx:pt idx="3194">71</cx:pt>
          <cx:pt idx="3195">72</cx:pt>
          <cx:pt idx="3196">83</cx:pt>
          <cx:pt idx="3197">82</cx:pt>
          <cx:pt idx="3198">76</cx:pt>
          <cx:pt idx="3199">78</cx:pt>
          <cx:pt idx="3200">71</cx:pt>
          <cx:pt idx="3201">82</cx:pt>
          <cx:pt idx="3202">65</cx:pt>
          <cx:pt idx="3203">65</cx:pt>
          <cx:pt idx="3204">67</cx:pt>
          <cx:pt idx="3205">84</cx:pt>
          <cx:pt idx="3206">82</cx:pt>
          <cx:pt idx="3207">79</cx:pt>
          <cx:pt idx="3208">79</cx:pt>
          <cx:pt idx="3209">64</cx:pt>
          <cx:pt idx="3210">57</cx:pt>
          <cx:pt idx="3211">79</cx:pt>
          <cx:pt idx="3212">57</cx:pt>
          <cx:pt idx="3213">75</cx:pt>
          <cx:pt idx="3214">57</cx:pt>
          <cx:pt idx="3215">70</cx:pt>
          <cx:pt idx="3216">67</cx:pt>
          <cx:pt idx="3217">55</cx:pt>
          <cx:pt idx="3218">81</cx:pt>
          <cx:pt idx="3219">84</cx:pt>
          <cx:pt idx="3220">75</cx:pt>
          <cx:pt idx="3221">52</cx:pt>
          <cx:pt idx="3222">59</cx:pt>
          <cx:pt idx="3223">74</cx:pt>
          <cx:pt idx="3224">73</cx:pt>
          <cx:pt idx="3225">85</cx:pt>
          <cx:pt idx="3226">68</cx:pt>
          <cx:pt idx="3227">83</cx:pt>
          <cx:pt idx="3228">89</cx:pt>
          <cx:pt idx="3229">71</cx:pt>
          <cx:pt idx="3230">51</cx:pt>
          <cx:pt idx="3231">52</cx:pt>
          <cx:pt idx="3232">75</cx:pt>
          <cx:pt idx="3233">76</cx:pt>
          <cx:pt idx="3234">74</cx:pt>
          <cx:pt idx="3235">67</cx:pt>
          <cx:pt idx="3236">68</cx:pt>
          <cx:pt idx="3237">79</cx:pt>
          <cx:pt idx="3238">50</cx:pt>
          <cx:pt idx="3239">72</cx:pt>
          <cx:pt idx="3240">67</cx:pt>
          <cx:pt idx="3241">68</cx:pt>
          <cx:pt idx="3242">75</cx:pt>
          <cx:pt idx="3243">77</cx:pt>
          <cx:pt idx="3244">66</cx:pt>
          <cx:pt idx="3245">72</cx:pt>
          <cx:pt idx="3246">74</cx:pt>
          <cx:pt idx="3247">71</cx:pt>
          <cx:pt idx="3248">85</cx:pt>
          <cx:pt idx="3249">71</cx:pt>
          <cx:pt idx="3250">54</cx:pt>
          <cx:pt idx="3251">70</cx:pt>
          <cx:pt idx="3252">71</cx:pt>
          <cx:pt idx="3253">56</cx:pt>
          <cx:pt idx="3254">50</cx:pt>
          <cx:pt idx="3255">81</cx:pt>
          <cx:pt idx="3256">85</cx:pt>
          <cx:pt idx="3257">66</cx:pt>
          <cx:pt idx="3258">67</cx:pt>
          <cx:pt idx="3259">82</cx:pt>
          <cx:pt idx="3260">88</cx:pt>
          <cx:pt idx="3261">72</cx:pt>
          <cx:pt idx="3262">74</cx:pt>
          <cx:pt idx="3263">70</cx:pt>
          <cx:pt idx="3264">82</cx:pt>
          <cx:pt idx="3265">53</cx:pt>
          <cx:pt idx="3266">77</cx:pt>
          <cx:pt idx="3267">86</cx:pt>
          <cx:pt idx="3268">69</cx:pt>
          <cx:pt idx="3269">74</cx:pt>
          <cx:pt idx="3270">62</cx:pt>
          <cx:pt idx="3271">85</cx:pt>
          <cx:pt idx="3272">75</cx:pt>
          <cx:pt idx="3273">75</cx:pt>
          <cx:pt idx="3274">68</cx:pt>
          <cx:pt idx="3275">64</cx:pt>
          <cx:pt idx="3276">60</cx:pt>
          <cx:pt idx="3277">72</cx:pt>
          <cx:pt idx="3278">61</cx:pt>
          <cx:pt idx="3279">63</cx:pt>
          <cx:pt idx="3280">57</cx:pt>
          <cx:pt idx="3281">85</cx:pt>
          <cx:pt idx="3282">60</cx:pt>
          <cx:pt idx="3283">51</cx:pt>
          <cx:pt idx="3284">55</cx:pt>
          <cx:pt idx="3285">66</cx:pt>
          <cx:pt idx="3286">60</cx:pt>
          <cx:pt idx="3287">60</cx:pt>
          <cx:pt idx="3288">69</cx:pt>
          <cx:pt idx="3289">76</cx:pt>
          <cx:pt idx="3290">51</cx:pt>
          <cx:pt idx="3291">53</cx:pt>
          <cx:pt idx="3292">56</cx:pt>
          <cx:pt idx="3293">73</cx:pt>
          <cx:pt idx="3294">77</cx:pt>
          <cx:pt idx="3295">82</cx:pt>
          <cx:pt idx="3296">68</cx:pt>
          <cx:pt idx="3297">78</cx:pt>
          <cx:pt idx="3298">81</cx:pt>
          <cx:pt idx="3299">68</cx:pt>
          <cx:pt idx="3300">67</cx:pt>
          <cx:pt idx="3301">68</cx:pt>
          <cx:pt idx="3302">75</cx:pt>
          <cx:pt idx="3303">50</cx:pt>
          <cx:pt idx="3304">77</cx:pt>
          <cx:pt idx="3305">57</cx:pt>
          <cx:pt idx="3306">82</cx:pt>
          <cx:pt idx="3307">70</cx:pt>
          <cx:pt idx="3308">58</cx:pt>
          <cx:pt idx="3309">55</cx:pt>
          <cx:pt idx="3310">58</cx:pt>
          <cx:pt idx="3311">87</cx:pt>
          <cx:pt idx="3312">75</cx:pt>
          <cx:pt idx="3313">63</cx:pt>
          <cx:pt idx="3314">71</cx:pt>
          <cx:pt idx="3315">87</cx:pt>
          <cx:pt idx="3316">76</cx:pt>
          <cx:pt idx="3317">79</cx:pt>
          <cx:pt idx="3318">74</cx:pt>
          <cx:pt idx="3319">78</cx:pt>
          <cx:pt idx="3320">78</cx:pt>
          <cx:pt idx="3321">51</cx:pt>
          <cx:pt idx="3322">56</cx:pt>
          <cx:pt idx="3323">78</cx:pt>
          <cx:pt idx="3324">56</cx:pt>
          <cx:pt idx="3325">64</cx:pt>
          <cx:pt idx="3326">57</cx:pt>
          <cx:pt idx="3327">56</cx:pt>
          <cx:pt idx="3328">69</cx:pt>
          <cx:pt idx="3329">55</cx:pt>
          <cx:pt idx="3330">59</cx:pt>
          <cx:pt idx="3331">79</cx:pt>
          <cx:pt idx="3332">72</cx:pt>
          <cx:pt idx="3333">79</cx:pt>
          <cx:pt idx="3334">62</cx:pt>
          <cx:pt idx="3335">77</cx:pt>
          <cx:pt idx="3336">76</cx:pt>
          <cx:pt idx="3337">69</cx:pt>
          <cx:pt idx="3338">88</cx:pt>
          <cx:pt idx="3339">76</cx:pt>
          <cx:pt idx="3340">66</cx:pt>
          <cx:pt idx="3341">66</cx:pt>
          <cx:pt idx="3342">67</cx:pt>
          <cx:pt idx="3343">78</cx:pt>
          <cx:pt idx="3344">85</cx:pt>
          <cx:pt idx="3345">76</cx:pt>
          <cx:pt idx="3346">80</cx:pt>
          <cx:pt idx="3347">50</cx:pt>
          <cx:pt idx="3348">61</cx:pt>
          <cx:pt idx="3349">77</cx:pt>
          <cx:pt idx="3350">63</cx:pt>
          <cx:pt idx="3351">79</cx:pt>
          <cx:pt idx="3352">78</cx:pt>
          <cx:pt idx="3353">83</cx:pt>
          <cx:pt idx="3354">78</cx:pt>
          <cx:pt idx="3355">64</cx:pt>
          <cx:pt idx="3356">62</cx:pt>
          <cx:pt idx="3357">61</cx:pt>
          <cx:pt idx="3358">63</cx:pt>
          <cx:pt idx="3359">87</cx:pt>
          <cx:pt idx="3360">71</cx:pt>
          <cx:pt idx="3361">72</cx:pt>
          <cx:pt idx="3362">54</cx:pt>
          <cx:pt idx="3363">82</cx:pt>
          <cx:pt idx="3364">83</cx:pt>
          <cx:pt idx="3365">58</cx:pt>
          <cx:pt idx="3366">55</cx:pt>
          <cx:pt idx="3367">75</cx:pt>
          <cx:pt idx="3368">64</cx:pt>
          <cx:pt idx="3369">61</cx:pt>
          <cx:pt idx="3370">59</cx:pt>
          <cx:pt idx="3371">71</cx:pt>
          <cx:pt idx="3372">72</cx:pt>
          <cx:pt idx="3373">54</cx:pt>
          <cx:pt idx="3374">70</cx:pt>
          <cx:pt idx="3375">71</cx:pt>
          <cx:pt idx="3376">55</cx:pt>
          <cx:pt idx="3377">77</cx:pt>
          <cx:pt idx="3378">51</cx:pt>
          <cx:pt idx="3379">51</cx:pt>
          <cx:pt idx="3380">85</cx:pt>
          <cx:pt idx="3381">85</cx:pt>
          <cx:pt idx="3382">84</cx:pt>
          <cx:pt idx="3383">67</cx:pt>
          <cx:pt idx="3384">52</cx:pt>
          <cx:pt idx="3385">71</cx:pt>
          <cx:pt idx="3386">62</cx:pt>
          <cx:pt idx="3387">53</cx:pt>
          <cx:pt idx="3388">72</cx:pt>
          <cx:pt idx="3389">52</cx:pt>
          <cx:pt idx="3390">80</cx:pt>
          <cx:pt idx="3391">69</cx:pt>
          <cx:pt idx="3392">67</cx:pt>
          <cx:pt idx="3393">69</cx:pt>
          <cx:pt idx="3394">58</cx:pt>
          <cx:pt idx="3395">74</cx:pt>
          <cx:pt idx="3396">79</cx:pt>
          <cx:pt idx="3397">69</cx:pt>
          <cx:pt idx="3398">84</cx:pt>
          <cx:pt idx="3399">65</cx:pt>
          <cx:pt idx="3400">66</cx:pt>
          <cx:pt idx="3401">58</cx:pt>
          <cx:pt idx="3402">52</cx:pt>
          <cx:pt idx="3403">74</cx:pt>
          <cx:pt idx="3404">69</cx:pt>
          <cx:pt idx="3405">76</cx:pt>
          <cx:pt idx="3406">67</cx:pt>
          <cx:pt idx="3407">75</cx:pt>
          <cx:pt idx="3408">72</cx:pt>
          <cx:pt idx="3409">62</cx:pt>
          <cx:pt idx="3410">75</cx:pt>
          <cx:pt idx="3411">88</cx:pt>
          <cx:pt idx="3412">71</cx:pt>
          <cx:pt idx="3413">68</cx:pt>
          <cx:pt idx="3414">71</cx:pt>
          <cx:pt idx="3415">83</cx:pt>
          <cx:pt idx="3416">81</cx:pt>
          <cx:pt idx="3417">67</cx:pt>
          <cx:pt idx="3418">70</cx:pt>
          <cx:pt idx="3419">78</cx:pt>
          <cx:pt idx="3420">54</cx:pt>
          <cx:pt idx="3421">74</cx:pt>
          <cx:pt idx="3422">60</cx:pt>
          <cx:pt idx="3423">72</cx:pt>
          <cx:pt idx="3424">63</cx:pt>
          <cx:pt idx="3425">54</cx:pt>
          <cx:pt idx="3426">56</cx:pt>
          <cx:pt idx="3427">59</cx:pt>
          <cx:pt idx="3428">55</cx:pt>
          <cx:pt idx="3429">75</cx:pt>
          <cx:pt idx="3430">51</cx:pt>
          <cx:pt idx="3431">72</cx:pt>
          <cx:pt idx="3432">75</cx:pt>
          <cx:pt idx="3433">66</cx:pt>
          <cx:pt idx="3434">61</cx:pt>
          <cx:pt idx="3435">70</cx:pt>
          <cx:pt idx="3436">57</cx:pt>
          <cx:pt idx="3437">57</cx:pt>
          <cx:pt idx="3438">67</cx:pt>
          <cx:pt idx="3439">90</cx:pt>
          <cx:pt idx="3440">60</cx:pt>
          <cx:pt idx="3441">90</cx:pt>
          <cx:pt idx="3442">81</cx:pt>
          <cx:pt idx="3443">54</cx:pt>
          <cx:pt idx="3444">84</cx:pt>
          <cx:pt idx="3445">81</cx:pt>
          <cx:pt idx="3446">82</cx:pt>
          <cx:pt idx="3447">79</cx:pt>
          <cx:pt idx="3448">73</cx:pt>
          <cx:pt idx="3449">60</cx:pt>
          <cx:pt idx="3450">70</cx:pt>
          <cx:pt idx="3451">61</cx:pt>
          <cx:pt idx="3452">82</cx:pt>
          <cx:pt idx="3453">78</cx:pt>
          <cx:pt idx="3454">79</cx:pt>
          <cx:pt idx="3455">53</cx:pt>
          <cx:pt idx="3456">50</cx:pt>
          <cx:pt idx="3457">66</cx:pt>
          <cx:pt idx="3458">53</cx:pt>
          <cx:pt idx="3459">66</cx:pt>
          <cx:pt idx="3460">75</cx:pt>
          <cx:pt idx="3461">55</cx:pt>
          <cx:pt idx="3462">59</cx:pt>
          <cx:pt idx="3463">61</cx:pt>
          <cx:pt idx="3464">54</cx:pt>
          <cx:pt idx="3465">52</cx:pt>
          <cx:pt idx="3466">79</cx:pt>
          <cx:pt idx="3467">79</cx:pt>
          <cx:pt idx="3468">66</cx:pt>
          <cx:pt idx="3469">74</cx:pt>
          <cx:pt idx="3470">51</cx:pt>
          <cx:pt idx="3471">69</cx:pt>
          <cx:pt idx="3472">79</cx:pt>
          <cx:pt idx="3473">80</cx:pt>
          <cx:pt idx="3474">71</cx:pt>
          <cx:pt idx="3475">84</cx:pt>
          <cx:pt idx="3476">78</cx:pt>
          <cx:pt idx="3477">60</cx:pt>
          <cx:pt idx="3478">73</cx:pt>
          <cx:pt idx="3479">84</cx:pt>
          <cx:pt idx="3480">85</cx:pt>
          <cx:pt idx="3481">78</cx:pt>
          <cx:pt idx="3482">84</cx:pt>
          <cx:pt idx="3483">52</cx:pt>
          <cx:pt idx="3484">81</cx:pt>
          <cx:pt idx="3485">74</cx:pt>
          <cx:pt idx="3486">83</cx:pt>
          <cx:pt idx="3487">73</cx:pt>
          <cx:pt idx="3488">71</cx:pt>
          <cx:pt idx="3489">62</cx:pt>
          <cx:pt idx="3490">64</cx:pt>
          <cx:pt idx="3491">72</cx:pt>
          <cx:pt idx="3492">67</cx:pt>
          <cx:pt idx="3493">58</cx:pt>
          <cx:pt idx="3494">82</cx:pt>
          <cx:pt idx="3495">69</cx:pt>
          <cx:pt idx="3496">63</cx:pt>
          <cx:pt idx="3497">68</cx:pt>
          <cx:pt idx="3498">70</cx:pt>
          <cx:pt idx="3499">65</cx:pt>
          <cx:pt idx="3500">60</cx:pt>
          <cx:pt idx="3501">58</cx:pt>
          <cx:pt idx="3502">58</cx:pt>
          <cx:pt idx="3503">53</cx:pt>
          <cx:pt idx="3504">75</cx:pt>
          <cx:pt idx="3505">79</cx:pt>
          <cx:pt idx="3506">92</cx:pt>
          <cx:pt idx="3507">57</cx:pt>
          <cx:pt idx="3508">70</cx:pt>
          <cx:pt idx="3509">65</cx:pt>
          <cx:pt idx="3510">68</cx:pt>
          <cx:pt idx="3511">70</cx:pt>
          <cx:pt idx="3512">72</cx:pt>
          <cx:pt idx="3513">83</cx:pt>
          <cx:pt idx="3514">71</cx:pt>
          <cx:pt idx="3515">64</cx:pt>
          <cx:pt idx="3516">64</cx:pt>
          <cx:pt idx="3517">61</cx:pt>
          <cx:pt idx="3518">79</cx:pt>
          <cx:pt idx="3519">57</cx:pt>
          <cx:pt idx="3520">88</cx:pt>
          <cx:pt idx="3521">65</cx:pt>
          <cx:pt idx="3522">86</cx:pt>
          <cx:pt idx="3523">67</cx:pt>
          <cx:pt idx="3524">62</cx:pt>
          <cx:pt idx="3525">72</cx:pt>
          <cx:pt idx="3526">80</cx:pt>
          <cx:pt idx="3527">65</cx:pt>
          <cx:pt idx="3528">83</cx:pt>
          <cx:pt idx="3529">81</cx:pt>
          <cx:pt idx="3530">78</cx:pt>
          <cx:pt idx="3531">76</cx:pt>
          <cx:pt idx="3532">75</cx:pt>
          <cx:pt idx="3533">70</cx:pt>
          <cx:pt idx="3534">62</cx:pt>
          <cx:pt idx="3535">68</cx:pt>
          <cx:pt idx="3536">52</cx:pt>
          <cx:pt idx="3537">64</cx:pt>
          <cx:pt idx="3538">74</cx:pt>
          <cx:pt idx="3539">70</cx:pt>
          <cx:pt idx="3540">78</cx:pt>
          <cx:pt idx="3541">68</cx:pt>
          <cx:pt idx="3542">64</cx:pt>
          <cx:pt idx="3543">55</cx:pt>
          <cx:pt idx="3544">69</cx:pt>
          <cx:pt idx="3545">59</cx:pt>
          <cx:pt idx="3546">68</cx:pt>
          <cx:pt idx="3547">78</cx:pt>
          <cx:pt idx="3548">67</cx:pt>
          <cx:pt idx="3549">72</cx:pt>
          <cx:pt idx="3550">72</cx:pt>
          <cx:pt idx="3551">80</cx:pt>
          <cx:pt idx="3552">86</cx:pt>
          <cx:pt idx="3553">80</cx:pt>
          <cx:pt idx="3554">52</cx:pt>
          <cx:pt idx="3555">74</cx:pt>
          <cx:pt idx="3556">71</cx:pt>
          <cx:pt idx="3557">72</cx:pt>
          <cx:pt idx="3558">71</cx:pt>
          <cx:pt idx="3559">56</cx:pt>
          <cx:pt idx="3560">77</cx:pt>
          <cx:pt idx="3561">71</cx:pt>
          <cx:pt idx="3562">69</cx:pt>
          <cx:pt idx="3563">77</cx:pt>
          <cx:pt idx="3564">72</cx:pt>
          <cx:pt idx="3565">80</cx:pt>
          <cx:pt idx="3566">71</cx:pt>
          <cx:pt idx="3567">71</cx:pt>
          <cx:pt idx="3568">60</cx:pt>
          <cx:pt idx="3569">66</cx:pt>
          <cx:pt idx="3570">56</cx:pt>
          <cx:pt idx="3571">67</cx:pt>
          <cx:pt idx="3572">61</cx:pt>
          <cx:pt idx="3573">56</cx:pt>
          <cx:pt idx="3574">78</cx:pt>
          <cx:pt idx="3575">65</cx:pt>
          <cx:pt idx="3576">73</cx:pt>
          <cx:pt idx="3577">84</cx:pt>
          <cx:pt idx="3578">70</cx:pt>
          <cx:pt idx="3579">71</cx:pt>
          <cx:pt idx="3580">58</cx:pt>
          <cx:pt idx="3581">62</cx:pt>
          <cx:pt idx="3582">50</cx:pt>
          <cx:pt idx="3583">76</cx:pt>
          <cx:pt idx="3584">61</cx:pt>
          <cx:pt idx="3585">77</cx:pt>
          <cx:pt idx="3586">64</cx:pt>
          <cx:pt idx="3587">72</cx:pt>
          <cx:pt idx="3588">66</cx:pt>
          <cx:pt idx="3589">73</cx:pt>
          <cx:pt idx="3590">57</cx:pt>
          <cx:pt idx="3591">86</cx:pt>
          <cx:pt idx="3592">64</cx:pt>
          <cx:pt idx="3593">81</cx:pt>
          <cx:pt idx="3594">56</cx:pt>
          <cx:pt idx="3595">61</cx:pt>
          <cx:pt idx="3596">62</cx:pt>
          <cx:pt idx="3597">72</cx:pt>
          <cx:pt idx="3598">66</cx:pt>
          <cx:pt idx="3599">77</cx:pt>
          <cx:pt idx="3600">82</cx:pt>
          <cx:pt idx="3601">76</cx:pt>
          <cx:pt idx="3602">65</cx:pt>
          <cx:pt idx="3603">50</cx:pt>
          <cx:pt idx="3604">71</cx:pt>
          <cx:pt idx="3605">56</cx:pt>
          <cx:pt idx="3606">77</cx:pt>
          <cx:pt idx="3607">62</cx:pt>
          <cx:pt idx="3608">53</cx:pt>
          <cx:pt idx="3609">51</cx:pt>
          <cx:pt idx="3610">50</cx:pt>
          <cx:pt idx="3611">63</cx:pt>
          <cx:pt idx="3612">51</cx:pt>
          <cx:pt idx="3613">51</cx:pt>
          <cx:pt idx="3614">52</cx:pt>
          <cx:pt idx="3615">56</cx:pt>
          <cx:pt idx="3616">64</cx:pt>
          <cx:pt idx="3617">60</cx:pt>
          <cx:pt idx="3618">54</cx:pt>
          <cx:pt idx="3619">61</cx:pt>
          <cx:pt idx="3620">76</cx:pt>
          <cx:pt idx="3621">63</cx:pt>
          <cx:pt idx="3622">80</cx:pt>
          <cx:pt idx="3623">73</cx:pt>
          <cx:pt idx="3624">75</cx:pt>
          <cx:pt idx="3625">77</cx:pt>
          <cx:pt idx="3626">62</cx:pt>
          <cx:pt idx="3627">66</cx:pt>
          <cx:pt idx="3628">64</cx:pt>
          <cx:pt idx="3629">61</cx:pt>
          <cx:pt idx="3630">51</cx:pt>
          <cx:pt idx="3631">84</cx:pt>
          <cx:pt idx="3632">55</cx:pt>
          <cx:pt idx="3633">72</cx:pt>
          <cx:pt idx="3634">55</cx:pt>
          <cx:pt idx="3635">70</cx:pt>
          <cx:pt idx="3636">77</cx:pt>
          <cx:pt idx="3637">78</cx:pt>
          <cx:pt idx="3638">82</cx:pt>
          <cx:pt idx="3639">79</cx:pt>
          <cx:pt idx="3640">74</cx:pt>
          <cx:pt idx="3641">68</cx:pt>
          <cx:pt idx="3642">58</cx:pt>
          <cx:pt idx="3643">69</cx:pt>
          <cx:pt idx="3644">65</cx:pt>
          <cx:pt idx="3645">85</cx:pt>
          <cx:pt idx="3646">73</cx:pt>
          <cx:pt idx="3647">81</cx:pt>
          <cx:pt idx="3648">81</cx:pt>
          <cx:pt idx="3649">64</cx:pt>
          <cx:pt idx="3650">83</cx:pt>
          <cx:pt idx="3651">77</cx:pt>
          <cx:pt idx="3652">66</cx:pt>
          <cx:pt idx="3653">59</cx:pt>
          <cx:pt idx="3654">53</cx:pt>
          <cx:pt idx="3655">78</cx:pt>
          <cx:pt idx="3656">53</cx:pt>
          <cx:pt idx="3657">55</cx:pt>
          <cx:pt idx="3658">72</cx:pt>
          <cx:pt idx="3659">77</cx:pt>
          <cx:pt idx="3660">65</cx:pt>
          <cx:pt idx="3661">58</cx:pt>
          <cx:pt idx="3662">58</cx:pt>
          <cx:pt idx="3663">60</cx:pt>
          <cx:pt idx="3664">68</cx:pt>
          <cx:pt idx="3665">61</cx:pt>
          <cx:pt idx="3666">63</cx:pt>
          <cx:pt idx="3667">68</cx:pt>
          <cx:pt idx="3668">76</cx:pt>
          <cx:pt idx="3669">80</cx:pt>
          <cx:pt idx="3670">76</cx:pt>
          <cx:pt idx="3671">83</cx:pt>
          <cx:pt idx="3672">72</cx:pt>
          <cx:pt idx="3673">74</cx:pt>
          <cx:pt idx="3674">74</cx:pt>
          <cx:pt idx="3675">59</cx:pt>
          <cx:pt idx="3676">63</cx:pt>
          <cx:pt idx="3677">81</cx:pt>
          <cx:pt idx="3678">79</cx:pt>
          <cx:pt idx="3679">57</cx:pt>
          <cx:pt idx="3680">62</cx:pt>
          <cx:pt idx="3681">82</cx:pt>
          <cx:pt idx="3682">64</cx:pt>
          <cx:pt idx="3683">86</cx:pt>
          <cx:pt idx="3684">87</cx:pt>
          <cx:pt idx="3685">52</cx:pt>
          <cx:pt idx="3686">63</cx:pt>
          <cx:pt idx="3687">77</cx:pt>
          <cx:pt idx="3688">63</cx:pt>
          <cx:pt idx="3689">82</cx:pt>
          <cx:pt idx="3690">74</cx:pt>
          <cx:pt idx="3691">56</cx:pt>
          <cx:pt idx="3692">83</cx:pt>
          <cx:pt idx="3693">81</cx:pt>
          <cx:pt idx="3694">71</cx:pt>
          <cx:pt idx="3695">90</cx:pt>
          <cx:pt idx="3696">85</cx:pt>
          <cx:pt idx="3697">85</cx:pt>
          <cx:pt idx="3698">86</cx:pt>
          <cx:pt idx="3699">72</cx:pt>
          <cx:pt idx="3700">77</cx:pt>
          <cx:pt idx="3701">83</cx:pt>
          <cx:pt idx="3702">78</cx:pt>
          <cx:pt idx="3703">70</cx:pt>
          <cx:pt idx="3704">84</cx:pt>
          <cx:pt idx="3705">75</cx:pt>
          <cx:pt idx="3706">79</cx:pt>
          <cx:pt idx="3707">81</cx:pt>
          <cx:pt idx="3708">60</cx:pt>
          <cx:pt idx="3709">70</cx:pt>
          <cx:pt idx="3710">59</cx:pt>
          <cx:pt idx="3711">59</cx:pt>
          <cx:pt idx="3712">85</cx:pt>
          <cx:pt idx="3713">81</cx:pt>
          <cx:pt idx="3714">84</cx:pt>
          <cx:pt idx="3715">82</cx:pt>
          <cx:pt idx="3716">74</cx:pt>
          <cx:pt idx="3717">83</cx:pt>
          <cx:pt idx="3718">77</cx:pt>
          <cx:pt idx="3719">72</cx:pt>
          <cx:pt idx="3720">83</cx:pt>
          <cx:pt idx="3721">79</cx:pt>
          <cx:pt idx="3722">80</cx:pt>
          <cx:pt idx="3723">86</cx:pt>
          <cx:pt idx="3724">67</cx:pt>
          <cx:pt idx="3725">74</cx:pt>
          <cx:pt idx="3726">79</cx:pt>
          <cx:pt idx="3727">78</cx:pt>
          <cx:pt idx="3728">74</cx:pt>
          <cx:pt idx="3729">84</cx:pt>
          <cx:pt idx="3730">81</cx:pt>
          <cx:pt idx="3731">71</cx:pt>
          <cx:pt idx="3732">62</cx:pt>
          <cx:pt idx="3733">65</cx:pt>
          <cx:pt idx="3734">73</cx:pt>
          <cx:pt idx="3735">53</cx:pt>
          <cx:pt idx="3736">78</cx:pt>
          <cx:pt idx="3737">78</cx:pt>
          <cx:pt idx="3738">51</cx:pt>
          <cx:pt idx="3739">72</cx:pt>
          <cx:pt idx="3740">83</cx:pt>
          <cx:pt idx="3741">82</cx:pt>
          <cx:pt idx="3742">63</cx:pt>
          <cx:pt idx="3743">75</cx:pt>
          <cx:pt idx="3744">63</cx:pt>
          <cx:pt idx="3745">63</cx:pt>
          <cx:pt idx="3746">70</cx:pt>
          <cx:pt idx="3747">79</cx:pt>
          <cx:pt idx="3748">62</cx:pt>
          <cx:pt idx="3749">76</cx:pt>
          <cx:pt idx="3750">76</cx:pt>
          <cx:pt idx="3751">69</cx:pt>
          <cx:pt idx="3752">78</cx:pt>
          <cx:pt idx="3753">76</cx:pt>
          <cx:pt idx="3754">81</cx:pt>
          <cx:pt idx="3755">72</cx:pt>
          <cx:pt idx="3756">79</cx:pt>
          <cx:pt idx="3757">72</cx:pt>
          <cx:pt idx="3758">81</cx:pt>
          <cx:pt idx="3759">72</cx:pt>
          <cx:pt idx="3760">85</cx:pt>
          <cx:pt idx="3761">74</cx:pt>
          <cx:pt idx="3762">66</cx:pt>
          <cx:pt idx="3763">60</cx:pt>
          <cx:pt idx="3764">58</cx:pt>
          <cx:pt idx="3765">59</cx:pt>
          <cx:pt idx="3766">54</cx:pt>
          <cx:pt idx="3767">57</cx:pt>
          <cx:pt idx="3768">75</cx:pt>
          <cx:pt idx="3769">58</cx:pt>
          <cx:pt idx="3770">54</cx:pt>
          <cx:pt idx="3771">65</cx:pt>
          <cx:pt idx="3772">68</cx:pt>
          <cx:pt idx="3773">57</cx:pt>
          <cx:pt idx="3774">58</cx:pt>
          <cx:pt idx="3775">66</cx:pt>
          <cx:pt idx="3776">82</cx:pt>
          <cx:pt idx="3777">62</cx:pt>
          <cx:pt idx="3778">56</cx:pt>
          <cx:pt idx="3779">58</cx:pt>
          <cx:pt idx="3780">58</cx:pt>
          <cx:pt idx="3781">77</cx:pt>
          <cx:pt idx="3782">72</cx:pt>
          <cx:pt idx="3783">65</cx:pt>
          <cx:pt idx="3784">74</cx:pt>
          <cx:pt idx="3785">55</cx:pt>
          <cx:pt idx="3786">62</cx:pt>
          <cx:pt idx="3787">60</cx:pt>
          <cx:pt idx="3788">68</cx:pt>
          <cx:pt idx="3789">67</cx:pt>
          <cx:pt idx="3790">55</cx:pt>
          <cx:pt idx="3791">52</cx:pt>
          <cx:pt idx="3792">82</cx:pt>
          <cx:pt idx="3793">75</cx:pt>
          <cx:pt idx="3794">79</cx:pt>
          <cx:pt idx="3795">71</cx:pt>
          <cx:pt idx="3796">77</cx:pt>
          <cx:pt idx="3797">74</cx:pt>
          <cx:pt idx="3798">58</cx:pt>
          <cx:pt idx="3799">71</cx:pt>
          <cx:pt idx="3800">64</cx:pt>
        </cx:lvl>
      </cx:numDim>
    </cx:data>
  </cx:chartData>
  <cx:chart>
    <cx:title pos="t" align="ctr" overlay="0">
      <cx:tx>
        <cx:txData>
          <cx:v>Distribution of Track Popularity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Distribution of Track Popularity</a:t>
          </a:r>
        </a:p>
      </cx:txPr>
    </cx:title>
    <cx:plotArea>
      <cx:plotAreaRegion>
        <cx:series layoutId="clusteredColumn" uniqueId="{56F25379-5629-42BA-8BA9-E4FD5275234C}">
          <cx:tx>
            <cx:txData>
              <cx:f>filtered_data_Statistics!$B$1</cx:f>
              <cx:v>track_popularity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tle>
          <cx:tx>
            <cx:txData>
              <cx:v>Track Popularity Score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ptos Narrow" panose="02110004020202020204"/>
                </a:rPr>
                <a:t>Track Popularity Score</a:t>
              </a:r>
            </a:p>
          </cx:txPr>
        </cx:title>
        <cx:tickLabels/>
      </cx:axis>
      <cx:axis id="1">
        <cx:valScaling/>
        <cx:title>
          <cx:tx>
            <cx:txData>
              <cx:v>Number of Tracks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ptos Narrow" panose="02110004020202020204"/>
                </a:rPr>
                <a:t>Number of Tracks</a:t>
              </a:r>
            </a:p>
          </cx:txPr>
        </cx:title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t/thank-you.html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US" sz="4800" b="1" dirty="0"/>
              <a:t>Spotify Data Analysis and Machine Learning Regression Study  </a:t>
            </a:r>
            <a:br>
              <a:rPr lang="en-IE" sz="4800" b="1" dirty="0"/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Haya Darwish</a:t>
            </a:r>
            <a:endParaRPr lang="en-IE" dirty="0"/>
          </a:p>
          <a:p>
            <a:r>
              <a:rPr lang="en-US" dirty="0"/>
              <a:t>Josh Belisario</a:t>
            </a:r>
            <a:endParaRPr lang="en-IE" dirty="0"/>
          </a:p>
          <a:p>
            <a:r>
              <a:rPr lang="en-US" dirty="0"/>
              <a:t>Conor Cleary</a:t>
            </a:r>
            <a:endParaRPr lang="en-IE" dirty="0"/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02AB3D5-BD99-DF97-29A0-20F7794A5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782" y="0"/>
            <a:ext cx="4731634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3167-3DFA-1CFC-A578-BA88A79CE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Selection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BFA8-D4B8-635C-2779-DD08E96A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Data Source is Kaggle</a:t>
            </a:r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</p:txBody>
      </p:sp>
      <p:pic>
        <p:nvPicPr>
          <p:cNvPr id="5" name="Picture 4" descr="The image shows a Spotify dataset page for the Global Music Dataset from 2009 to 2025, detailing artist popularity and music trends.&#10;&#10;AI-generated content may be incorrect.">
            <a:extLst>
              <a:ext uri="{FF2B5EF4-FFF2-40B4-BE49-F238E27FC236}">
                <a16:creationId xmlns:a16="http://schemas.microsoft.com/office/drawing/2014/main" id="{BC0E4435-517C-D207-B09B-F37B0314D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519785"/>
            <a:ext cx="7416800" cy="372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73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3A5D-021E-5582-9A69-FCD793F8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061CE-AECB-DC4E-422D-027C25385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consists of 3 main variables which are numeric variables:</a:t>
            </a:r>
            <a:endParaRPr lang="en-IE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E" dirty="0"/>
              <a:t> </a:t>
            </a:r>
            <a:r>
              <a:rPr lang="en-IE" dirty="0" err="1"/>
              <a:t>track_popularity</a:t>
            </a:r>
            <a:endParaRPr lang="en-IE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E" dirty="0"/>
              <a:t> </a:t>
            </a:r>
            <a:r>
              <a:rPr lang="en-IE" dirty="0" err="1"/>
              <a:t>artist_followers</a:t>
            </a:r>
            <a:endParaRPr lang="en-IE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E" dirty="0"/>
              <a:t> </a:t>
            </a:r>
            <a:r>
              <a:rPr lang="en-IE" dirty="0" err="1"/>
              <a:t>album_total</a:t>
            </a: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98039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D2DF-5171-C14C-D7F0-6FC75C81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Filtering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4E00D-0997-8BA2-15E2-C45C83EC2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Python was used to clean the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Handle empty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Minimize the </a:t>
            </a:r>
            <a:r>
              <a:rPr lang="en-US" dirty="0" err="1"/>
              <a:t>raws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06018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2B6E-6A31-D2F6-73F9-BA274D15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Statistics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7CC79-5E31-BD76-CD21-E86EF1C76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Basic statistics have been applied to the data</a:t>
            </a:r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DBE365-608D-F85B-645A-B8727859E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386902"/>
              </p:ext>
            </p:extLst>
          </p:nvPr>
        </p:nvGraphicFramePr>
        <p:xfrm>
          <a:off x="1860184" y="2967973"/>
          <a:ext cx="5937250" cy="2490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6645">
                  <a:extLst>
                    <a:ext uri="{9D8B030D-6E8A-4147-A177-3AD203B41FA5}">
                      <a16:colId xmlns:a16="http://schemas.microsoft.com/office/drawing/2014/main" val="992019054"/>
                    </a:ext>
                  </a:extLst>
                </a:gridCol>
                <a:gridCol w="880745">
                  <a:extLst>
                    <a:ext uri="{9D8B030D-6E8A-4147-A177-3AD203B41FA5}">
                      <a16:colId xmlns:a16="http://schemas.microsoft.com/office/drawing/2014/main" val="1199635215"/>
                    </a:ext>
                  </a:extLst>
                </a:gridCol>
                <a:gridCol w="785495">
                  <a:extLst>
                    <a:ext uri="{9D8B030D-6E8A-4147-A177-3AD203B41FA5}">
                      <a16:colId xmlns:a16="http://schemas.microsoft.com/office/drawing/2014/main" val="4054313833"/>
                    </a:ext>
                  </a:extLst>
                </a:gridCol>
                <a:gridCol w="786130">
                  <a:extLst>
                    <a:ext uri="{9D8B030D-6E8A-4147-A177-3AD203B41FA5}">
                      <a16:colId xmlns:a16="http://schemas.microsoft.com/office/drawing/2014/main" val="3156301652"/>
                    </a:ext>
                  </a:extLst>
                </a:gridCol>
                <a:gridCol w="732790">
                  <a:extLst>
                    <a:ext uri="{9D8B030D-6E8A-4147-A177-3AD203B41FA5}">
                      <a16:colId xmlns:a16="http://schemas.microsoft.com/office/drawing/2014/main" val="4095196823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3292597933"/>
                    </a:ext>
                  </a:extLst>
                </a:gridCol>
                <a:gridCol w="880745">
                  <a:extLst>
                    <a:ext uri="{9D8B030D-6E8A-4147-A177-3AD203B41FA5}">
                      <a16:colId xmlns:a16="http://schemas.microsoft.com/office/drawing/2014/main" val="24454278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Variable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Mean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Median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Mode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Min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Max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Standard Deviation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3566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Track_popularity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68.82925546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69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71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50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99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9.765489542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056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Artist_followers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38377632.49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18208465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145396321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502300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145542136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43655014.98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8852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Album_total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15.8005788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15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12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137</a:t>
                      </a:r>
                      <a:endParaRPr lang="en-I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43655014.98</a:t>
                      </a:r>
                      <a:endParaRPr lang="en-I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8806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83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7D6F1-6609-227C-7F2D-AE0620FD7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Graphs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5FD93-E919-AA74-9F5F-E0BEB4B72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Most tracks fall into the mid-popularity range, with fewer extremely popular songs</a:t>
            </a:r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7A5C4BDE-A4A6-4254-67AA-CB0C25B2C2A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45467451"/>
                  </p:ext>
                </p:extLst>
              </p:nvPr>
            </p:nvGraphicFramePr>
            <p:xfrm>
              <a:off x="2356339" y="2898873"/>
              <a:ext cx="4572000" cy="279527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7A5C4BDE-A4A6-4254-67AA-CB0C25B2C2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6339" y="2898873"/>
                <a:ext cx="4572000" cy="27952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328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F859A-6482-1402-0117-C2FD99214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dirty="0"/>
              <a:t>Machine Learning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79CE8-29AE-F185-53A7-E1D920EE0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linear regression model was used to predict track popularity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Features used: artist followers and album track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endParaRPr lang="en-IE" dirty="0"/>
          </a:p>
        </p:txBody>
      </p:sp>
      <p:pic>
        <p:nvPicPr>
          <p:cNvPr id="7" name="Picture 6" descr="The diagram depicts a scatter plot comparing actual versus predicted popularity values, with a trend indicating that predictions are slightly lower than actual values.&#10;&#10;AI-generated content may be incorrect.">
            <a:extLst>
              <a:ext uri="{FF2B5EF4-FFF2-40B4-BE49-F238E27FC236}">
                <a16:creationId xmlns:a16="http://schemas.microsoft.com/office/drawing/2014/main" id="{75303A70-76FB-A2A8-0AD3-C82D2FCD7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944" y="2214498"/>
            <a:ext cx="4639736" cy="35609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7519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372D-A561-5829-97CF-6CA6DF4B9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Analysis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9DCF8-8431-33BC-27F5-B15B83A094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was split into training and testing sets (80/20)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Model evaluated using R², MAE,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Results showed limited predictive power due to missing real-world factors</a:t>
            </a:r>
            <a:endParaRPr lang="en-IE" dirty="0"/>
          </a:p>
          <a:p>
            <a:endParaRPr lang="en-IE" dirty="0"/>
          </a:p>
        </p:txBody>
      </p:sp>
      <p:pic>
        <p:nvPicPr>
          <p:cNvPr id="6" name="Content Placeholder 5" descr="The image shows a snippet of a Python code with variables `X` and `y` being assigned to dataframe columns 'features' and 'target', respectively.&#10;&#10;AI-generated content may be incorrect.">
            <a:extLst>
              <a:ext uri="{FF2B5EF4-FFF2-40B4-BE49-F238E27FC236}">
                <a16:creationId xmlns:a16="http://schemas.microsoft.com/office/drawing/2014/main" id="{9E048288-1E38-BCDD-F12E-A360A3B8E2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3773" y="2120900"/>
            <a:ext cx="4638675" cy="168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05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B2A80-8D07-E314-2990-D2270092E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Analysis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C3A40-20E3-6803-31BB-095C9A396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results show that the model achieves R^s score of ≈0.0156, and RMSE of ≈ 9.75 popularity points.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• RMSE of ~9.75 reflects noticeable prediction error</a:t>
            </a:r>
            <a:br>
              <a:rPr lang="en-US" dirty="0"/>
            </a:br>
            <a:r>
              <a:rPr lang="en-US" dirty="0"/>
              <a:t> • This could be because track popularity depends on more complex real-world factors</a:t>
            </a:r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</p:txBody>
      </p:sp>
      <p:pic>
        <p:nvPicPr>
          <p:cNvPr id="8" name="Content Placeholder 7" descr="The text presents two numerical values, R2 (R-squared) and RMSE (Root Mean Square Error), both formatted as floating-point numbers.&#10;&#10;AI-generated content may be incorrect.">
            <a:extLst>
              <a:ext uri="{FF2B5EF4-FFF2-40B4-BE49-F238E27FC236}">
                <a16:creationId xmlns:a16="http://schemas.microsoft.com/office/drawing/2014/main" id="{A9F2DADC-B8B1-7568-6ECF-5DC36BD527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73888" y="2780671"/>
            <a:ext cx="4638675" cy="112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14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THANK YOU&#10;&#10;AI-generated content may be incorrect.">
            <a:extLst>
              <a:ext uri="{FF2B5EF4-FFF2-40B4-BE49-F238E27FC236}">
                <a16:creationId xmlns:a16="http://schemas.microsoft.com/office/drawing/2014/main" id="{D679F205-24D6-3A3E-BF83-3DA8E9BEF1C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271" b="34472"/>
          <a:stretch>
            <a:fillRect/>
          </a:stretch>
        </p:blipFill>
        <p:spPr>
          <a:xfrm>
            <a:off x="15" y="10"/>
            <a:ext cx="12191985" cy="4578340"/>
          </a:xfrm>
          <a:noFill/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id="{203195A3-8C0F-7A2C-4C8A-84BDDF51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/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9D6D450-3018-593E-8714-8817B9E78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r>
              <a:rPr lang="en-US" dirty="0"/>
              <a:t>https://github.com/mxc1911/CA2.git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6F78F-631D-1BBC-5637-2F688EA30E0E}"/>
              </a:ext>
            </a:extLst>
          </p:cNvPr>
          <p:cNvSpPr txBox="1"/>
          <p:nvPr/>
        </p:nvSpPr>
        <p:spPr>
          <a:xfrm>
            <a:off x="9830456" y="4378295"/>
            <a:ext cx="236154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picpedia.org/chalkboard/t/thank-you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91159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{F68BA5C5-65CB-448B-B371-8594E0F1488F}tf56160789_win32</Template>
  <TotalTime>50</TotalTime>
  <Words>268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 Narrow</vt:lpstr>
      <vt:lpstr>Arial</vt:lpstr>
      <vt:lpstr>Bookman Old Style</vt:lpstr>
      <vt:lpstr>Calibri</vt:lpstr>
      <vt:lpstr>Franklin Gothic Book</vt:lpstr>
      <vt:lpstr>Custom</vt:lpstr>
      <vt:lpstr>Spotify Data Analysis and Machine Learning Regression Study   </vt:lpstr>
      <vt:lpstr>Data Selection</vt:lpstr>
      <vt:lpstr>Dataset Overview</vt:lpstr>
      <vt:lpstr>Data Filtering</vt:lpstr>
      <vt:lpstr>Dataset Statistics</vt:lpstr>
      <vt:lpstr>Visual Graphs</vt:lpstr>
      <vt:lpstr>Machine Learning</vt:lpstr>
      <vt:lpstr>Machine Learning Analysis</vt:lpstr>
      <vt:lpstr>Machine Learning Analysis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A00048309 Haya Darwish</dc:creator>
  <cp:lastModifiedBy>A00048309 Haya Darwish</cp:lastModifiedBy>
  <cp:revision>1</cp:revision>
  <dcterms:created xsi:type="dcterms:W3CDTF">2026-02-25T18:42:33Z</dcterms:created>
  <dcterms:modified xsi:type="dcterms:W3CDTF">2026-02-25T19:33:27Z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